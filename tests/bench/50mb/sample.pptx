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197.xml" ContentType="application/vnd.openxmlformats-officedocument.presentationml.slide+xml"/>
  <Override PartName="/ppt/slides/slide198.xml" ContentType="application/vnd.openxmlformats-officedocument.presentationml.slide+xml"/>
  <Override PartName="/ppt/slides/slide19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00.xml" ContentType="application/vnd.openxmlformats-officedocument.presentationml.slide+xml"/>
  <Override PartName="/ppt/slides/slide201.xml" ContentType="application/vnd.openxmlformats-officedocument.presentationml.slide+xml"/>
  <Override PartName="/ppt/slides/slide202.xml" ContentType="application/vnd.openxmlformats-officedocument.presentationml.slide+xml"/>
  <Override PartName="/ppt/slides/slide203.xml" ContentType="application/vnd.openxmlformats-officedocument.presentationml.slide+xml"/>
  <Override PartName="/ppt/slides/slide204.xml" ContentType="application/vnd.openxmlformats-officedocument.presentationml.slide+xml"/>
  <Override PartName="/ppt/slides/slide205.xml" ContentType="application/vnd.openxmlformats-officedocument.presentationml.slide+xml"/>
  <Override PartName="/ppt/slides/slide206.xml" ContentType="application/vnd.openxmlformats-officedocument.presentationml.slide+xml"/>
  <Override PartName="/ppt/slides/slide207.xml" ContentType="application/vnd.openxmlformats-officedocument.presentationml.slide+xml"/>
  <Override PartName="/ppt/slides/slide208.xml" ContentType="application/vnd.openxmlformats-officedocument.presentationml.slide+xml"/>
  <Override PartName="/ppt/slides/slide209.xml" ContentType="application/vnd.openxmlformats-officedocument.presentationml.slide+xml"/>
  <Override PartName="/ppt/slides/slide21.xml" ContentType="application/vnd.openxmlformats-officedocument.presentationml.slide+xml"/>
  <Override PartName="/ppt/slides/slide210.xml" ContentType="application/vnd.openxmlformats-officedocument.presentationml.slide+xml"/>
  <Override PartName="/ppt/slides/slide211.xml" ContentType="application/vnd.openxmlformats-officedocument.presentationml.slide+xml"/>
  <Override PartName="/ppt/slides/slide212.xml" ContentType="application/vnd.openxmlformats-officedocument.presentationml.slide+xml"/>
  <Override PartName="/ppt/slides/slide213.xml" ContentType="application/vnd.openxmlformats-officedocument.presentationml.slide+xml"/>
  <Override PartName="/ppt/slides/slide214.xml" ContentType="application/vnd.openxmlformats-officedocument.presentationml.slide+xml"/>
  <Override PartName="/ppt/slides/slide215.xml" ContentType="application/vnd.openxmlformats-officedocument.presentationml.slide+xml"/>
  <Override PartName="/ppt/slides/slide216.xml" ContentType="application/vnd.openxmlformats-officedocument.presentationml.slide+xml"/>
  <Override PartName="/ppt/slides/slide217.xml" ContentType="application/vnd.openxmlformats-officedocument.presentationml.slide+xml"/>
  <Override PartName="/ppt/slides/slide218.xml" ContentType="application/vnd.openxmlformats-officedocument.presentationml.slide+xml"/>
  <Override PartName="/ppt/slides/slide219.xml" ContentType="application/vnd.openxmlformats-officedocument.presentationml.slide+xml"/>
  <Override PartName="/ppt/slides/slide22.xml" ContentType="application/vnd.openxmlformats-officedocument.presentationml.slide+xml"/>
  <Override PartName="/ppt/slides/slide220.xml" ContentType="application/vnd.openxmlformats-officedocument.presentationml.slide+xml"/>
  <Override PartName="/ppt/slides/slide221.xml" ContentType="application/vnd.openxmlformats-officedocument.presentationml.slide+xml"/>
  <Override PartName="/ppt/slides/slide222.xml" ContentType="application/vnd.openxmlformats-officedocument.presentationml.slide+xml"/>
  <Override PartName="/ppt/slides/slide223.xml" ContentType="application/vnd.openxmlformats-officedocument.presentationml.slide+xml"/>
  <Override PartName="/ppt/slides/slide224.xml" ContentType="application/vnd.openxmlformats-officedocument.presentationml.slide+xml"/>
  <Override PartName="/ppt/slides/slide225.xml" ContentType="application/vnd.openxmlformats-officedocument.presentationml.slide+xml"/>
  <Override PartName="/ppt/slides/slide226.xml" ContentType="application/vnd.openxmlformats-officedocument.presentationml.slide+xml"/>
  <Override PartName="/ppt/slides/slide227.xml" ContentType="application/vnd.openxmlformats-officedocument.presentationml.slide+xml"/>
  <Override PartName="/ppt/slides/slide228.xml" ContentType="application/vnd.openxmlformats-officedocument.presentationml.slide+xml"/>
  <Override PartName="/ppt/slides/slide229.xml" ContentType="application/vnd.openxmlformats-officedocument.presentationml.slide+xml"/>
  <Override PartName="/ppt/slides/slide23.xml" ContentType="application/vnd.openxmlformats-officedocument.presentationml.slide+xml"/>
  <Override PartName="/ppt/slides/slide230.xml" ContentType="application/vnd.openxmlformats-officedocument.presentationml.slide+xml"/>
  <Override PartName="/ppt/slides/slide231.xml" ContentType="application/vnd.openxmlformats-officedocument.presentationml.slide+xml"/>
  <Override PartName="/ppt/slides/slide232.xml" ContentType="application/vnd.openxmlformats-officedocument.presentationml.slide+xml"/>
  <Override PartName="/ppt/slides/slide233.xml" ContentType="application/vnd.openxmlformats-officedocument.presentationml.slide+xml"/>
  <Override PartName="/ppt/slides/slide234.xml" ContentType="application/vnd.openxmlformats-officedocument.presentationml.slide+xml"/>
  <Override PartName="/ppt/slides/slide235.xml" ContentType="application/vnd.openxmlformats-officedocument.presentationml.slide+xml"/>
  <Override PartName="/ppt/slides/slide236.xml" ContentType="application/vnd.openxmlformats-officedocument.presentationml.slide+xml"/>
  <Override PartName="/ppt/slides/slide237.xml" ContentType="application/vnd.openxmlformats-officedocument.presentationml.slide+xml"/>
  <Override PartName="/ppt/slides/slide238.xml" ContentType="application/vnd.openxmlformats-officedocument.presentationml.slide+xml"/>
  <Override PartName="/ppt/slides/slide239.xml" ContentType="application/vnd.openxmlformats-officedocument.presentationml.slide+xml"/>
  <Override PartName="/ppt/slides/slide24.xml" ContentType="application/vnd.openxmlformats-officedocument.presentationml.slide+xml"/>
  <Override PartName="/ppt/slides/slide240.xml" ContentType="application/vnd.openxmlformats-officedocument.presentationml.slide+xml"/>
  <Override PartName="/ppt/slides/slide241.xml" ContentType="application/vnd.openxmlformats-officedocument.presentationml.slide+xml"/>
  <Override PartName="/ppt/slides/slide242.xml" ContentType="application/vnd.openxmlformats-officedocument.presentationml.slide+xml"/>
  <Override PartName="/ppt/slides/slide243.xml" ContentType="application/vnd.openxmlformats-officedocument.presentationml.slide+xml"/>
  <Override PartName="/ppt/slides/slide244.xml" ContentType="application/vnd.openxmlformats-officedocument.presentationml.slide+xml"/>
  <Override PartName="/ppt/slides/slide245.xml" ContentType="application/vnd.openxmlformats-officedocument.presentationml.slide+xml"/>
  <Override PartName="/ppt/slides/slide246.xml" ContentType="application/vnd.openxmlformats-officedocument.presentationml.slide+xml"/>
  <Override PartName="/ppt/slides/slide247.xml" ContentType="application/vnd.openxmlformats-officedocument.presentationml.slide+xml"/>
  <Override PartName="/ppt/slides/slide248.xml" ContentType="application/vnd.openxmlformats-officedocument.presentationml.slide+xml"/>
  <Override PartName="/ppt/slides/slide249.xml" ContentType="application/vnd.openxmlformats-officedocument.presentationml.slide+xml"/>
  <Override PartName="/ppt/slides/slide25.xml" ContentType="application/vnd.openxmlformats-officedocument.presentationml.slide+xml"/>
  <Override PartName="/ppt/slides/slide250.xml" ContentType="application/vnd.openxmlformats-officedocument.presentationml.slide+xml"/>
  <Override PartName="/ppt/slides/slide251.xml" ContentType="application/vnd.openxmlformats-officedocument.presentationml.slide+xml"/>
  <Override PartName="/ppt/slides/slide252.xml" ContentType="application/vnd.openxmlformats-officedocument.presentationml.slide+xml"/>
  <Override PartName="/ppt/slides/slide253.xml" ContentType="application/vnd.openxmlformats-officedocument.presentationml.slide+xml"/>
  <Override PartName="/ppt/slides/slide254.xml" ContentType="application/vnd.openxmlformats-officedocument.presentationml.slide+xml"/>
  <Override PartName="/ppt/slides/slide255.xml" ContentType="application/vnd.openxmlformats-officedocument.presentationml.slide+xml"/>
  <Override PartName="/ppt/slides/slide256.xml" ContentType="application/vnd.openxmlformats-officedocument.presentationml.slide+xml"/>
  <Override PartName="/ppt/slides/slide257.xml" ContentType="application/vnd.openxmlformats-officedocument.presentationml.slide+xml"/>
  <Override PartName="/ppt/slides/slide258.xml" ContentType="application/vnd.openxmlformats-officedocument.presentationml.slide+xml"/>
  <Override PartName="/ppt/slides/slide259.xml" ContentType="application/vnd.openxmlformats-officedocument.presentationml.slide+xml"/>
  <Override PartName="/ppt/slides/slide26.xml" ContentType="application/vnd.openxmlformats-officedocument.presentationml.slide+xml"/>
  <Override PartName="/ppt/slides/slide260.xml" ContentType="application/vnd.openxmlformats-officedocument.presentationml.slide+xml"/>
  <Override PartName="/ppt/slides/slide261.xml" ContentType="application/vnd.openxmlformats-officedocument.presentationml.slide+xml"/>
  <Override PartName="/ppt/slides/slide262.xml" ContentType="application/vnd.openxmlformats-officedocument.presentationml.slide+xml"/>
  <Override PartName="/ppt/slides/slide263.xml" ContentType="application/vnd.openxmlformats-officedocument.presentationml.slide+xml"/>
  <Override PartName="/ppt/slides/slide264.xml" ContentType="application/vnd.openxmlformats-officedocument.presentationml.slide+xml"/>
  <Override PartName="/ppt/slides/slide265.xml" ContentType="application/vnd.openxmlformats-officedocument.presentationml.slide+xml"/>
  <Override PartName="/ppt/slides/slide266.xml" ContentType="application/vnd.openxmlformats-officedocument.presentationml.slide+xml"/>
  <Override PartName="/ppt/slides/slide267.xml" ContentType="application/vnd.openxmlformats-officedocument.presentationml.slide+xml"/>
  <Override PartName="/ppt/slides/slide268.xml" ContentType="application/vnd.openxmlformats-officedocument.presentationml.slide+xml"/>
  <Override PartName="/ppt/slides/slide269.xml" ContentType="application/vnd.openxmlformats-officedocument.presentationml.slide+xml"/>
  <Override PartName="/ppt/slides/slide27.xml" ContentType="application/vnd.openxmlformats-officedocument.presentationml.slide+xml"/>
  <Override PartName="/ppt/slides/slide270.xml" ContentType="application/vnd.openxmlformats-officedocument.presentationml.slide+xml"/>
  <Override PartName="/ppt/slides/slide271.xml" ContentType="application/vnd.openxmlformats-officedocument.presentationml.slide+xml"/>
  <Override PartName="/ppt/slides/slide272.xml" ContentType="application/vnd.openxmlformats-officedocument.presentationml.slide+xml"/>
  <Override PartName="/ppt/slides/slide273.xml" ContentType="application/vnd.openxmlformats-officedocument.presentationml.slide+xml"/>
  <Override PartName="/ppt/slides/slide274.xml" ContentType="application/vnd.openxmlformats-officedocument.presentationml.slide+xml"/>
  <Override PartName="/ppt/slides/slide275.xml" ContentType="application/vnd.openxmlformats-officedocument.presentationml.slide+xml"/>
  <Override PartName="/ppt/slides/slide276.xml" ContentType="application/vnd.openxmlformats-officedocument.presentationml.slide+xml"/>
  <Override PartName="/ppt/slides/slide277.xml" ContentType="application/vnd.openxmlformats-officedocument.presentationml.slide+xml"/>
  <Override PartName="/ppt/slides/slide278.xml" ContentType="application/vnd.openxmlformats-officedocument.presentationml.slide+xml"/>
  <Override PartName="/ppt/slides/slide279.xml" ContentType="application/vnd.openxmlformats-officedocument.presentationml.slide+xml"/>
  <Override PartName="/ppt/slides/slide28.xml" ContentType="application/vnd.openxmlformats-officedocument.presentationml.slide+xml"/>
  <Override PartName="/ppt/slides/slide280.xml" ContentType="application/vnd.openxmlformats-officedocument.presentationml.slide+xml"/>
  <Override PartName="/ppt/slides/slide281.xml" ContentType="application/vnd.openxmlformats-officedocument.presentationml.slide+xml"/>
  <Override PartName="/ppt/slides/slide282.xml" ContentType="application/vnd.openxmlformats-officedocument.presentationml.slide+xml"/>
  <Override PartName="/ppt/slides/slide283.xml" ContentType="application/vnd.openxmlformats-officedocument.presentationml.slide+xml"/>
  <Override PartName="/ppt/slides/slide284.xml" ContentType="application/vnd.openxmlformats-officedocument.presentationml.slide+xml"/>
  <Override PartName="/ppt/slides/slide285.xml" ContentType="application/vnd.openxmlformats-officedocument.presentationml.slide+xml"/>
  <Override PartName="/ppt/slides/slide286.xml" ContentType="application/vnd.openxmlformats-officedocument.presentationml.slide+xml"/>
  <Override PartName="/ppt/slides/slide287.xml" ContentType="application/vnd.openxmlformats-officedocument.presentationml.slide+xml"/>
  <Override PartName="/ppt/slides/slide288.xml" ContentType="application/vnd.openxmlformats-officedocument.presentationml.slide+xml"/>
  <Override PartName="/ppt/slides/slide289.xml" ContentType="application/vnd.openxmlformats-officedocument.presentationml.slide+xml"/>
  <Override PartName="/ppt/slides/slide29.xml" ContentType="application/vnd.openxmlformats-officedocument.presentationml.slide+xml"/>
  <Override PartName="/ppt/slides/slide290.xml" ContentType="application/vnd.openxmlformats-officedocument.presentationml.slide+xml"/>
  <Override PartName="/ppt/slides/slide291.xml" ContentType="application/vnd.openxmlformats-officedocument.presentationml.slide+xml"/>
  <Override PartName="/ppt/slides/slide292.xml" ContentType="application/vnd.openxmlformats-officedocument.presentationml.slide+xml"/>
  <Override PartName="/ppt/slides/slide293.xml" ContentType="application/vnd.openxmlformats-officedocument.presentationml.slide+xml"/>
  <Override PartName="/ppt/slides/slide294.xml" ContentType="application/vnd.openxmlformats-officedocument.presentationml.slide+xml"/>
  <Override PartName="/ppt/slides/slide295.xml" ContentType="application/vnd.openxmlformats-officedocument.presentationml.slide+xml"/>
  <Override PartName="/ppt/slides/slide296.xml" ContentType="application/vnd.openxmlformats-officedocument.presentationml.slide+xml"/>
  <Override PartName="/ppt/slides/slide297.xml" ContentType="application/vnd.openxmlformats-officedocument.presentationml.slide+xml"/>
  <Override PartName="/ppt/slides/slide298.xml" ContentType="application/vnd.openxmlformats-officedocument.presentationml.slide+xml"/>
  <Override PartName="/ppt/slides/slide29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00.xml" ContentType="application/vnd.openxmlformats-officedocument.presentationml.slide+xml"/>
  <Override PartName="/ppt/slides/slide301.xml" ContentType="application/vnd.openxmlformats-officedocument.presentationml.slide+xml"/>
  <Override PartName="/ppt/slides/slide302.xml" ContentType="application/vnd.openxmlformats-officedocument.presentationml.slide+xml"/>
  <Override PartName="/ppt/slides/slide303.xml" ContentType="application/vnd.openxmlformats-officedocument.presentationml.slide+xml"/>
  <Override PartName="/ppt/slides/slide304.xml" ContentType="application/vnd.openxmlformats-officedocument.presentationml.slide+xml"/>
  <Override PartName="/ppt/slides/slide305.xml" ContentType="application/vnd.openxmlformats-officedocument.presentationml.slide+xml"/>
  <Override PartName="/ppt/slides/slide306.xml" ContentType="application/vnd.openxmlformats-officedocument.presentationml.slide+xml"/>
  <Override PartName="/ppt/slides/slide307.xml" ContentType="application/vnd.openxmlformats-officedocument.presentationml.slide+xml"/>
  <Override PartName="/ppt/slides/slide308.xml" ContentType="application/vnd.openxmlformats-officedocument.presentationml.slide+xml"/>
  <Override PartName="/ppt/slides/slide309.xml" ContentType="application/vnd.openxmlformats-officedocument.presentationml.slide+xml"/>
  <Override PartName="/ppt/slides/slide31.xml" ContentType="application/vnd.openxmlformats-officedocument.presentationml.slide+xml"/>
  <Override PartName="/ppt/slides/slide310.xml" ContentType="application/vnd.openxmlformats-officedocument.presentationml.slide+xml"/>
  <Override PartName="/ppt/slides/slide311.xml" ContentType="application/vnd.openxmlformats-officedocument.presentationml.slide+xml"/>
  <Override PartName="/ppt/slides/slide312.xml" ContentType="application/vnd.openxmlformats-officedocument.presentationml.slide+xml"/>
  <Override PartName="/ppt/slides/slide313.xml" ContentType="application/vnd.openxmlformats-officedocument.presentationml.slide+xml"/>
  <Override PartName="/ppt/slides/slide314.xml" ContentType="application/vnd.openxmlformats-officedocument.presentationml.slide+xml"/>
  <Override PartName="/ppt/slides/slide315.xml" ContentType="application/vnd.openxmlformats-officedocument.presentationml.slide+xml"/>
  <Override PartName="/ppt/slides/slide316.xml" ContentType="application/vnd.openxmlformats-officedocument.presentationml.slide+xml"/>
  <Override PartName="/ppt/slides/slide317.xml" ContentType="application/vnd.openxmlformats-officedocument.presentationml.slide+xml"/>
  <Override PartName="/ppt/slides/slide318.xml" ContentType="application/vnd.openxmlformats-officedocument.presentationml.slide+xml"/>
  <Override PartName="/ppt/slides/slide319.xml" ContentType="application/vnd.openxmlformats-officedocument.presentationml.slide+xml"/>
  <Override PartName="/ppt/slides/slide32.xml" ContentType="application/vnd.openxmlformats-officedocument.presentationml.slide+xml"/>
  <Override PartName="/ppt/slides/slide320.xml" ContentType="application/vnd.openxmlformats-officedocument.presentationml.slide+xml"/>
  <Override PartName="/ppt/slides/slide321.xml" ContentType="application/vnd.openxmlformats-officedocument.presentationml.slide+xml"/>
  <Override PartName="/ppt/slides/slide322.xml" ContentType="application/vnd.openxmlformats-officedocument.presentationml.slide+xml"/>
  <Override PartName="/ppt/slides/slide323.xml" ContentType="application/vnd.openxmlformats-officedocument.presentationml.slide+xml"/>
  <Override PartName="/ppt/slides/slide324.xml" ContentType="application/vnd.openxmlformats-officedocument.presentationml.slide+xml"/>
  <Override PartName="/ppt/slides/slide325.xml" ContentType="application/vnd.openxmlformats-officedocument.presentationml.slide+xml"/>
  <Override PartName="/ppt/slides/slide326.xml" ContentType="application/vnd.openxmlformats-officedocument.presentationml.slide+xml"/>
  <Override PartName="/ppt/slides/slide327.xml" ContentType="application/vnd.openxmlformats-officedocument.presentationml.slide+xml"/>
  <Override PartName="/ppt/slides/slide328.xml" ContentType="application/vnd.openxmlformats-officedocument.presentationml.slide+xml"/>
  <Override PartName="/ppt/slides/slide329.xml" ContentType="application/vnd.openxmlformats-officedocument.presentationml.slide+xml"/>
  <Override PartName="/ppt/slides/slide33.xml" ContentType="application/vnd.openxmlformats-officedocument.presentationml.slide+xml"/>
  <Override PartName="/ppt/slides/slide330.xml" ContentType="application/vnd.openxmlformats-officedocument.presentationml.slide+xml"/>
  <Override PartName="/ppt/slides/slide331.xml" ContentType="application/vnd.openxmlformats-officedocument.presentationml.slide+xml"/>
  <Override PartName="/ppt/slides/slide332.xml" ContentType="application/vnd.openxmlformats-officedocument.presentationml.slide+xml"/>
  <Override PartName="/ppt/slides/slide333.xml" ContentType="application/vnd.openxmlformats-officedocument.presentationml.slide+xml"/>
  <Override PartName="/ppt/slides/slide334.xml" ContentType="application/vnd.openxmlformats-officedocument.presentationml.slide+xml"/>
  <Override PartName="/ppt/slides/slide335.xml" ContentType="application/vnd.openxmlformats-officedocument.presentationml.slide+xml"/>
  <Override PartName="/ppt/slides/slide336.xml" ContentType="application/vnd.openxmlformats-officedocument.presentationml.slide+xml"/>
  <Override PartName="/ppt/slides/slide337.xml" ContentType="application/vnd.openxmlformats-officedocument.presentationml.slide+xml"/>
  <Override PartName="/ppt/slides/slide338.xml" ContentType="application/vnd.openxmlformats-officedocument.presentationml.slide+xml"/>
  <Override PartName="/ppt/slides/slide339.xml" ContentType="application/vnd.openxmlformats-officedocument.presentationml.slide+xml"/>
  <Override PartName="/ppt/slides/slide34.xml" ContentType="application/vnd.openxmlformats-officedocument.presentationml.slide+xml"/>
  <Override PartName="/ppt/slides/slide340.xml" ContentType="application/vnd.openxmlformats-officedocument.presentationml.slide+xml"/>
  <Override PartName="/ppt/slides/slide341.xml" ContentType="application/vnd.openxmlformats-officedocument.presentationml.slide+xml"/>
  <Override PartName="/ppt/slides/slide342.xml" ContentType="application/vnd.openxmlformats-officedocument.presentationml.slide+xml"/>
  <Override PartName="/ppt/slides/slide343.xml" ContentType="application/vnd.openxmlformats-officedocument.presentationml.slide+xml"/>
  <Override PartName="/ppt/slides/slide344.xml" ContentType="application/vnd.openxmlformats-officedocument.presentationml.slide+xml"/>
  <Override PartName="/ppt/slides/slide345.xml" ContentType="application/vnd.openxmlformats-officedocument.presentationml.slide+xml"/>
  <Override PartName="/ppt/slides/slide346.xml" ContentType="application/vnd.openxmlformats-officedocument.presentationml.slide+xml"/>
  <Override PartName="/ppt/slides/slide347.xml" ContentType="application/vnd.openxmlformats-officedocument.presentationml.slide+xml"/>
  <Override PartName="/ppt/slides/slide348.xml" ContentType="application/vnd.openxmlformats-officedocument.presentationml.slide+xml"/>
  <Override PartName="/ppt/slides/slide349.xml" ContentType="application/vnd.openxmlformats-officedocument.presentationml.slide+xml"/>
  <Override PartName="/ppt/slides/slide35.xml" ContentType="application/vnd.openxmlformats-officedocument.presentationml.slide+xml"/>
  <Override PartName="/ppt/slides/slide350.xml" ContentType="application/vnd.openxmlformats-officedocument.presentationml.slide+xml"/>
  <Override PartName="/ppt/slides/slide351.xml" ContentType="application/vnd.openxmlformats-officedocument.presentationml.slide+xml"/>
  <Override PartName="/ppt/slides/slide352.xml" ContentType="application/vnd.openxmlformats-officedocument.presentationml.slide+xml"/>
  <Override PartName="/ppt/slides/slide353.xml" ContentType="application/vnd.openxmlformats-officedocument.presentationml.slide+xml"/>
  <Override PartName="/ppt/slides/slide354.xml" ContentType="application/vnd.openxmlformats-officedocument.presentationml.slide+xml"/>
  <Override PartName="/ppt/slides/slide355.xml" ContentType="application/vnd.openxmlformats-officedocument.presentationml.slide+xml"/>
  <Override PartName="/ppt/slides/slide356.xml" ContentType="application/vnd.openxmlformats-officedocument.presentationml.slide+xml"/>
  <Override PartName="/ppt/slides/slide357.xml" ContentType="application/vnd.openxmlformats-officedocument.presentationml.slide+xml"/>
  <Override PartName="/ppt/slides/slide358.xml" ContentType="application/vnd.openxmlformats-officedocument.presentationml.slide+xml"/>
  <Override PartName="/ppt/slides/slide359.xml" ContentType="application/vnd.openxmlformats-officedocument.presentationml.slide+xml"/>
  <Override PartName="/ppt/slides/slide36.xml" ContentType="application/vnd.openxmlformats-officedocument.presentationml.slide+xml"/>
  <Override PartName="/ppt/slides/slide360.xml" ContentType="application/vnd.openxmlformats-officedocument.presentationml.slide+xml"/>
  <Override PartName="/ppt/slides/slide361.xml" ContentType="application/vnd.openxmlformats-officedocument.presentationml.slide+xml"/>
  <Override PartName="/ppt/slides/slide362.xml" ContentType="application/vnd.openxmlformats-officedocument.presentationml.slide+xml"/>
  <Override PartName="/ppt/slides/slide363.xml" ContentType="application/vnd.openxmlformats-officedocument.presentationml.slide+xml"/>
  <Override PartName="/ppt/slides/slide364.xml" ContentType="application/vnd.openxmlformats-officedocument.presentationml.slide+xml"/>
  <Override PartName="/ppt/slides/slide365.xml" ContentType="application/vnd.openxmlformats-officedocument.presentationml.slide+xml"/>
  <Override PartName="/ppt/slides/slide366.xml" ContentType="application/vnd.openxmlformats-officedocument.presentationml.slide+xml"/>
  <Override PartName="/ppt/slides/slide367.xml" ContentType="application/vnd.openxmlformats-officedocument.presentationml.slide+xml"/>
  <Override PartName="/ppt/slides/slide368.xml" ContentType="application/vnd.openxmlformats-officedocument.presentationml.slide+xml"/>
  <Override PartName="/ppt/slides/slide369.xml" ContentType="application/vnd.openxmlformats-officedocument.presentationml.slide+xml"/>
  <Override PartName="/ppt/slides/slide37.xml" ContentType="application/vnd.openxmlformats-officedocument.presentationml.slide+xml"/>
  <Override PartName="/ppt/slides/slide370.xml" ContentType="application/vnd.openxmlformats-officedocument.presentationml.slide+xml"/>
  <Override PartName="/ppt/slides/slide371.xml" ContentType="application/vnd.openxmlformats-officedocument.presentationml.slide+xml"/>
  <Override PartName="/ppt/slides/slide372.xml" ContentType="application/vnd.openxmlformats-officedocument.presentationml.slide+xml"/>
  <Override PartName="/ppt/slides/slide373.xml" ContentType="application/vnd.openxmlformats-officedocument.presentationml.slide+xml"/>
  <Override PartName="/ppt/slides/slide374.xml" ContentType="application/vnd.openxmlformats-officedocument.presentationml.slide+xml"/>
  <Override PartName="/ppt/slides/slide375.xml" ContentType="application/vnd.openxmlformats-officedocument.presentationml.slide+xml"/>
  <Override PartName="/ppt/slides/slide376.xml" ContentType="application/vnd.openxmlformats-officedocument.presentationml.slide+xml"/>
  <Override PartName="/ppt/slides/slide377.xml" ContentType="application/vnd.openxmlformats-officedocument.presentationml.slide+xml"/>
  <Override PartName="/ppt/slides/slide378.xml" ContentType="application/vnd.openxmlformats-officedocument.presentationml.slide+xml"/>
  <Override PartName="/ppt/slides/slide379.xml" ContentType="application/vnd.openxmlformats-officedocument.presentationml.slide+xml"/>
  <Override PartName="/ppt/slides/slide38.xml" ContentType="application/vnd.openxmlformats-officedocument.presentationml.slide+xml"/>
  <Override PartName="/ppt/slides/slide380.xml" ContentType="application/vnd.openxmlformats-officedocument.presentationml.slide+xml"/>
  <Override PartName="/ppt/slides/slide381.xml" ContentType="application/vnd.openxmlformats-officedocument.presentationml.slide+xml"/>
  <Override PartName="/ppt/slides/slide382.xml" ContentType="application/vnd.openxmlformats-officedocument.presentationml.slide+xml"/>
  <Override PartName="/ppt/slides/slide383.xml" ContentType="application/vnd.openxmlformats-officedocument.presentationml.slide+xml"/>
  <Override PartName="/ppt/slides/slide384.xml" ContentType="application/vnd.openxmlformats-officedocument.presentationml.slide+xml"/>
  <Override PartName="/ppt/slides/slide385.xml" ContentType="application/vnd.openxmlformats-officedocument.presentationml.slide+xml"/>
  <Override PartName="/ppt/slides/slide386.xml" ContentType="application/vnd.openxmlformats-officedocument.presentationml.slide+xml"/>
  <Override PartName="/ppt/slides/slide387.xml" ContentType="application/vnd.openxmlformats-officedocument.presentationml.slide+xml"/>
  <Override PartName="/ppt/slides/slide388.xml" ContentType="application/vnd.openxmlformats-officedocument.presentationml.slide+xml"/>
  <Override PartName="/ppt/slides/slide389.xml" ContentType="application/vnd.openxmlformats-officedocument.presentationml.slide+xml"/>
  <Override PartName="/ppt/slides/slide39.xml" ContentType="application/vnd.openxmlformats-officedocument.presentationml.slide+xml"/>
  <Override PartName="/ppt/slides/slide390.xml" ContentType="application/vnd.openxmlformats-officedocument.presentationml.slide+xml"/>
  <Override PartName="/ppt/slides/slide391.xml" ContentType="application/vnd.openxmlformats-officedocument.presentationml.slide+xml"/>
  <Override PartName="/ppt/slides/slide392.xml" ContentType="application/vnd.openxmlformats-officedocument.presentationml.slide+xml"/>
  <Override PartName="/ppt/slides/slide393.xml" ContentType="application/vnd.openxmlformats-officedocument.presentationml.slide+xml"/>
  <Override PartName="/ppt/slides/slide394.xml" ContentType="application/vnd.openxmlformats-officedocument.presentationml.slide+xml"/>
  <Override PartName="/ppt/slides/slide395.xml" ContentType="application/vnd.openxmlformats-officedocument.presentationml.slide+xml"/>
  <Override PartName="/ppt/slides/slide396.xml" ContentType="application/vnd.openxmlformats-officedocument.presentationml.slide+xml"/>
  <Override PartName="/ppt/slides/slide397.xml" ContentType="application/vnd.openxmlformats-officedocument.presentationml.slide+xml"/>
  <Override PartName="/ppt/slides/slide398.xml" ContentType="application/vnd.openxmlformats-officedocument.presentationml.slide+xml"/>
  <Override PartName="/ppt/slides/slide39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00.xml" ContentType="application/vnd.openxmlformats-officedocument.presentationml.slide+xml"/>
  <Override PartName="/ppt/slides/slide401.xml" ContentType="application/vnd.openxmlformats-officedocument.presentationml.slide+xml"/>
  <Override PartName="/ppt/slides/slide402.xml" ContentType="application/vnd.openxmlformats-officedocument.presentationml.slide+xml"/>
  <Override PartName="/ppt/slides/slide403.xml" ContentType="application/vnd.openxmlformats-officedocument.presentationml.slide+xml"/>
  <Override PartName="/ppt/slides/slide404.xml" ContentType="application/vnd.openxmlformats-officedocument.presentationml.slide+xml"/>
  <Override PartName="/ppt/slides/slide405.xml" ContentType="application/vnd.openxmlformats-officedocument.presentationml.slide+xml"/>
  <Override PartName="/ppt/slides/slide406.xml" ContentType="application/vnd.openxmlformats-officedocument.presentationml.slide+xml"/>
  <Override PartName="/ppt/slides/slide407.xml" ContentType="application/vnd.openxmlformats-officedocument.presentationml.slide+xml"/>
  <Override PartName="/ppt/slides/slide408.xml" ContentType="application/vnd.openxmlformats-officedocument.presentationml.slide+xml"/>
  <Override PartName="/ppt/slides/slide409.xml" ContentType="application/vnd.openxmlformats-officedocument.presentationml.slide+xml"/>
  <Override PartName="/ppt/slides/slide41.xml" ContentType="application/vnd.openxmlformats-officedocument.presentationml.slide+xml"/>
  <Override PartName="/ppt/slides/slide410.xml" ContentType="application/vnd.openxmlformats-officedocument.presentationml.slide+xml"/>
  <Override PartName="/ppt/slides/slide411.xml" ContentType="application/vnd.openxmlformats-officedocument.presentationml.slide+xml"/>
  <Override PartName="/ppt/slides/slide412.xml" ContentType="application/vnd.openxmlformats-officedocument.presentationml.slide+xml"/>
  <Override PartName="/ppt/slides/slide413.xml" ContentType="application/vnd.openxmlformats-officedocument.presentationml.slide+xml"/>
  <Override PartName="/ppt/slides/slide414.xml" ContentType="application/vnd.openxmlformats-officedocument.presentationml.slide+xml"/>
  <Override PartName="/ppt/slides/slide415.xml" ContentType="application/vnd.openxmlformats-officedocument.presentationml.slide+xml"/>
  <Override PartName="/ppt/slides/slide416.xml" ContentType="application/vnd.openxmlformats-officedocument.presentationml.slide+xml"/>
  <Override PartName="/ppt/slides/slide417.xml" ContentType="application/vnd.openxmlformats-officedocument.presentationml.slide+xml"/>
  <Override PartName="/ppt/slides/slide418.xml" ContentType="application/vnd.openxmlformats-officedocument.presentationml.slide+xml"/>
  <Override PartName="/ppt/slides/slide419.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 id="326" r:id="rId77"/>
    <p:sldId id="327" r:id="rId78"/>
    <p:sldId id="328" r:id="rId79"/>
    <p:sldId id="329" r:id="rId80"/>
    <p:sldId id="330" r:id="rId81"/>
    <p:sldId id="331" r:id="rId82"/>
    <p:sldId id="332" r:id="rId83"/>
    <p:sldId id="333" r:id="rId84"/>
    <p:sldId id="334" r:id="rId85"/>
    <p:sldId id="335" r:id="rId86"/>
    <p:sldId id="336" r:id="rId87"/>
    <p:sldId id="337" r:id="rId88"/>
    <p:sldId id="338" r:id="rId89"/>
    <p:sldId id="339" r:id="rId90"/>
    <p:sldId id="340" r:id="rId91"/>
    <p:sldId id="341" r:id="rId92"/>
    <p:sldId id="342" r:id="rId93"/>
    <p:sldId id="343" r:id="rId94"/>
    <p:sldId id="344" r:id="rId95"/>
    <p:sldId id="345" r:id="rId96"/>
    <p:sldId id="346" r:id="rId97"/>
    <p:sldId id="347" r:id="rId98"/>
    <p:sldId id="348" r:id="rId99"/>
    <p:sldId id="349" r:id="rId100"/>
    <p:sldId id="350" r:id="rId101"/>
    <p:sldId id="351" r:id="rId102"/>
    <p:sldId id="352" r:id="rId103"/>
    <p:sldId id="353" r:id="rId104"/>
    <p:sldId id="354" r:id="rId105"/>
    <p:sldId id="355" r:id="rId106"/>
    <p:sldId id="356" r:id="rId107"/>
    <p:sldId id="357" r:id="rId108"/>
    <p:sldId id="358" r:id="rId109"/>
    <p:sldId id="359" r:id="rId110"/>
    <p:sldId id="360" r:id="rId111"/>
    <p:sldId id="361" r:id="rId112"/>
    <p:sldId id="362" r:id="rId113"/>
    <p:sldId id="363" r:id="rId114"/>
    <p:sldId id="364" r:id="rId115"/>
    <p:sldId id="365" r:id="rId116"/>
    <p:sldId id="366" r:id="rId117"/>
    <p:sldId id="367" r:id="rId118"/>
    <p:sldId id="368" r:id="rId119"/>
    <p:sldId id="369" r:id="rId120"/>
    <p:sldId id="370" r:id="rId121"/>
    <p:sldId id="371" r:id="rId122"/>
    <p:sldId id="372" r:id="rId123"/>
    <p:sldId id="373" r:id="rId124"/>
    <p:sldId id="374" r:id="rId125"/>
    <p:sldId id="375" r:id="rId126"/>
    <p:sldId id="376" r:id="rId127"/>
    <p:sldId id="377" r:id="rId128"/>
    <p:sldId id="378" r:id="rId129"/>
    <p:sldId id="379" r:id="rId130"/>
    <p:sldId id="380" r:id="rId131"/>
    <p:sldId id="381" r:id="rId132"/>
    <p:sldId id="382" r:id="rId133"/>
    <p:sldId id="383" r:id="rId134"/>
    <p:sldId id="384" r:id="rId135"/>
    <p:sldId id="385" r:id="rId136"/>
    <p:sldId id="386" r:id="rId137"/>
    <p:sldId id="387" r:id="rId138"/>
    <p:sldId id="388" r:id="rId139"/>
    <p:sldId id="389" r:id="rId140"/>
    <p:sldId id="390" r:id="rId141"/>
    <p:sldId id="391" r:id="rId142"/>
    <p:sldId id="392" r:id="rId143"/>
    <p:sldId id="393" r:id="rId144"/>
    <p:sldId id="394" r:id="rId145"/>
    <p:sldId id="395" r:id="rId146"/>
    <p:sldId id="396" r:id="rId147"/>
    <p:sldId id="397" r:id="rId148"/>
    <p:sldId id="398" r:id="rId149"/>
    <p:sldId id="399" r:id="rId150"/>
    <p:sldId id="400" r:id="rId151"/>
    <p:sldId id="401" r:id="rId152"/>
    <p:sldId id="402" r:id="rId153"/>
    <p:sldId id="403" r:id="rId154"/>
    <p:sldId id="404" r:id="rId155"/>
    <p:sldId id="405" r:id="rId156"/>
    <p:sldId id="406" r:id="rId157"/>
    <p:sldId id="407" r:id="rId158"/>
    <p:sldId id="408" r:id="rId159"/>
    <p:sldId id="409" r:id="rId160"/>
    <p:sldId id="410" r:id="rId161"/>
    <p:sldId id="411" r:id="rId162"/>
    <p:sldId id="412" r:id="rId163"/>
    <p:sldId id="413" r:id="rId164"/>
    <p:sldId id="414" r:id="rId165"/>
    <p:sldId id="415" r:id="rId166"/>
    <p:sldId id="416" r:id="rId167"/>
    <p:sldId id="417" r:id="rId168"/>
    <p:sldId id="418" r:id="rId169"/>
    <p:sldId id="419" r:id="rId170"/>
    <p:sldId id="420" r:id="rId171"/>
    <p:sldId id="421" r:id="rId172"/>
    <p:sldId id="422" r:id="rId173"/>
    <p:sldId id="423" r:id="rId174"/>
    <p:sldId id="424" r:id="rId175"/>
    <p:sldId id="425" r:id="rId176"/>
    <p:sldId id="426" r:id="rId177"/>
    <p:sldId id="427" r:id="rId178"/>
    <p:sldId id="428" r:id="rId179"/>
    <p:sldId id="429" r:id="rId180"/>
    <p:sldId id="430" r:id="rId181"/>
    <p:sldId id="431" r:id="rId182"/>
    <p:sldId id="432" r:id="rId183"/>
    <p:sldId id="433" r:id="rId184"/>
    <p:sldId id="434" r:id="rId185"/>
    <p:sldId id="435" r:id="rId186"/>
    <p:sldId id="436" r:id="rId187"/>
    <p:sldId id="437" r:id="rId188"/>
    <p:sldId id="438" r:id="rId189"/>
    <p:sldId id="439" r:id="rId190"/>
    <p:sldId id="440" r:id="rId191"/>
    <p:sldId id="441" r:id="rId192"/>
    <p:sldId id="442" r:id="rId193"/>
    <p:sldId id="443" r:id="rId194"/>
    <p:sldId id="444" r:id="rId195"/>
    <p:sldId id="445" r:id="rId196"/>
    <p:sldId id="446" r:id="rId197"/>
    <p:sldId id="447" r:id="rId198"/>
    <p:sldId id="448" r:id="rId199"/>
    <p:sldId id="449" r:id="rId200"/>
    <p:sldId id="450" r:id="rId201"/>
    <p:sldId id="451" r:id="rId202"/>
    <p:sldId id="452" r:id="rId203"/>
    <p:sldId id="453" r:id="rId204"/>
    <p:sldId id="454" r:id="rId205"/>
    <p:sldId id="455" r:id="rId206"/>
    <p:sldId id="456" r:id="rId207"/>
    <p:sldId id="457" r:id="rId208"/>
    <p:sldId id="458" r:id="rId209"/>
    <p:sldId id="459" r:id="rId210"/>
    <p:sldId id="460" r:id="rId211"/>
    <p:sldId id="461" r:id="rId212"/>
    <p:sldId id="462" r:id="rId213"/>
    <p:sldId id="463" r:id="rId214"/>
    <p:sldId id="464" r:id="rId215"/>
    <p:sldId id="465" r:id="rId216"/>
    <p:sldId id="466" r:id="rId217"/>
    <p:sldId id="467" r:id="rId218"/>
    <p:sldId id="468" r:id="rId219"/>
    <p:sldId id="469" r:id="rId220"/>
    <p:sldId id="470" r:id="rId221"/>
    <p:sldId id="471" r:id="rId222"/>
    <p:sldId id="472" r:id="rId223"/>
    <p:sldId id="473" r:id="rId224"/>
    <p:sldId id="474" r:id="rId225"/>
    <p:sldId id="475" r:id="rId226"/>
    <p:sldId id="476" r:id="rId227"/>
    <p:sldId id="477" r:id="rId228"/>
    <p:sldId id="478" r:id="rId229"/>
    <p:sldId id="479" r:id="rId230"/>
    <p:sldId id="480" r:id="rId231"/>
    <p:sldId id="481" r:id="rId232"/>
    <p:sldId id="482" r:id="rId233"/>
    <p:sldId id="483" r:id="rId234"/>
    <p:sldId id="484" r:id="rId235"/>
    <p:sldId id="485" r:id="rId236"/>
    <p:sldId id="486" r:id="rId237"/>
    <p:sldId id="487" r:id="rId238"/>
    <p:sldId id="488" r:id="rId239"/>
    <p:sldId id="489" r:id="rId240"/>
    <p:sldId id="490" r:id="rId241"/>
    <p:sldId id="491" r:id="rId242"/>
    <p:sldId id="492" r:id="rId243"/>
    <p:sldId id="493" r:id="rId244"/>
    <p:sldId id="494" r:id="rId245"/>
    <p:sldId id="495" r:id="rId246"/>
    <p:sldId id="496" r:id="rId247"/>
    <p:sldId id="497" r:id="rId248"/>
    <p:sldId id="498" r:id="rId249"/>
    <p:sldId id="499" r:id="rId250"/>
    <p:sldId id="500" r:id="rId251"/>
    <p:sldId id="501" r:id="rId252"/>
    <p:sldId id="502" r:id="rId253"/>
    <p:sldId id="503" r:id="rId254"/>
    <p:sldId id="504" r:id="rId255"/>
    <p:sldId id="505" r:id="rId256"/>
    <p:sldId id="506" r:id="rId257"/>
    <p:sldId id="507" r:id="rId258"/>
    <p:sldId id="508" r:id="rId259"/>
    <p:sldId id="509" r:id="rId260"/>
    <p:sldId id="510" r:id="rId261"/>
    <p:sldId id="511" r:id="rId262"/>
    <p:sldId id="512" r:id="rId263"/>
    <p:sldId id="513" r:id="rId264"/>
    <p:sldId id="514" r:id="rId265"/>
    <p:sldId id="515" r:id="rId266"/>
    <p:sldId id="516" r:id="rId267"/>
    <p:sldId id="517" r:id="rId268"/>
    <p:sldId id="518" r:id="rId269"/>
    <p:sldId id="519" r:id="rId270"/>
    <p:sldId id="520" r:id="rId271"/>
    <p:sldId id="521" r:id="rId272"/>
    <p:sldId id="522" r:id="rId273"/>
    <p:sldId id="523" r:id="rId274"/>
    <p:sldId id="524" r:id="rId275"/>
    <p:sldId id="525" r:id="rId276"/>
    <p:sldId id="526" r:id="rId277"/>
    <p:sldId id="527" r:id="rId278"/>
    <p:sldId id="528" r:id="rId279"/>
    <p:sldId id="529" r:id="rId280"/>
    <p:sldId id="530" r:id="rId281"/>
    <p:sldId id="531" r:id="rId282"/>
    <p:sldId id="532" r:id="rId283"/>
    <p:sldId id="533" r:id="rId284"/>
    <p:sldId id="534" r:id="rId285"/>
    <p:sldId id="535" r:id="rId286"/>
    <p:sldId id="536" r:id="rId287"/>
    <p:sldId id="537" r:id="rId288"/>
    <p:sldId id="538" r:id="rId289"/>
    <p:sldId id="539" r:id="rId290"/>
    <p:sldId id="540" r:id="rId291"/>
    <p:sldId id="541" r:id="rId292"/>
    <p:sldId id="542" r:id="rId293"/>
    <p:sldId id="543" r:id="rId294"/>
    <p:sldId id="544" r:id="rId295"/>
    <p:sldId id="545" r:id="rId296"/>
    <p:sldId id="546" r:id="rId297"/>
    <p:sldId id="547" r:id="rId298"/>
    <p:sldId id="548" r:id="rId299"/>
    <p:sldId id="549" r:id="rId300"/>
    <p:sldId id="550" r:id="rId301"/>
    <p:sldId id="551" r:id="rId302"/>
    <p:sldId id="552" r:id="rId303"/>
    <p:sldId id="553" r:id="rId304"/>
    <p:sldId id="554" r:id="rId305"/>
    <p:sldId id="555" r:id="rId306"/>
    <p:sldId id="556" r:id="rId307"/>
    <p:sldId id="557" r:id="rId308"/>
    <p:sldId id="558" r:id="rId309"/>
    <p:sldId id="559" r:id="rId310"/>
    <p:sldId id="560" r:id="rId311"/>
    <p:sldId id="561" r:id="rId312"/>
    <p:sldId id="562" r:id="rId313"/>
    <p:sldId id="563" r:id="rId314"/>
    <p:sldId id="564" r:id="rId315"/>
    <p:sldId id="565" r:id="rId316"/>
    <p:sldId id="566" r:id="rId317"/>
    <p:sldId id="567" r:id="rId318"/>
    <p:sldId id="568" r:id="rId319"/>
    <p:sldId id="569" r:id="rId320"/>
    <p:sldId id="570" r:id="rId321"/>
    <p:sldId id="571" r:id="rId322"/>
    <p:sldId id="572" r:id="rId323"/>
    <p:sldId id="573" r:id="rId324"/>
    <p:sldId id="574" r:id="rId325"/>
    <p:sldId id="575" r:id="rId326"/>
    <p:sldId id="576" r:id="rId327"/>
    <p:sldId id="577" r:id="rId328"/>
    <p:sldId id="578" r:id="rId329"/>
    <p:sldId id="579" r:id="rId330"/>
    <p:sldId id="580" r:id="rId331"/>
    <p:sldId id="581" r:id="rId332"/>
    <p:sldId id="582" r:id="rId333"/>
    <p:sldId id="583" r:id="rId334"/>
    <p:sldId id="584" r:id="rId335"/>
    <p:sldId id="585" r:id="rId336"/>
    <p:sldId id="586" r:id="rId337"/>
    <p:sldId id="587" r:id="rId338"/>
    <p:sldId id="588" r:id="rId339"/>
    <p:sldId id="589" r:id="rId340"/>
    <p:sldId id="590" r:id="rId341"/>
    <p:sldId id="591" r:id="rId342"/>
    <p:sldId id="592" r:id="rId343"/>
    <p:sldId id="593" r:id="rId344"/>
    <p:sldId id="594" r:id="rId345"/>
    <p:sldId id="595" r:id="rId346"/>
    <p:sldId id="596" r:id="rId347"/>
    <p:sldId id="597" r:id="rId348"/>
    <p:sldId id="598" r:id="rId349"/>
    <p:sldId id="599" r:id="rId350"/>
    <p:sldId id="600" r:id="rId351"/>
    <p:sldId id="601" r:id="rId352"/>
    <p:sldId id="602" r:id="rId353"/>
    <p:sldId id="603" r:id="rId354"/>
    <p:sldId id="604" r:id="rId355"/>
    <p:sldId id="605" r:id="rId356"/>
    <p:sldId id="606" r:id="rId357"/>
    <p:sldId id="607" r:id="rId358"/>
    <p:sldId id="608" r:id="rId359"/>
    <p:sldId id="609" r:id="rId360"/>
    <p:sldId id="610" r:id="rId361"/>
    <p:sldId id="611" r:id="rId362"/>
    <p:sldId id="612" r:id="rId363"/>
    <p:sldId id="613" r:id="rId364"/>
    <p:sldId id="614" r:id="rId365"/>
    <p:sldId id="615" r:id="rId366"/>
    <p:sldId id="616" r:id="rId367"/>
    <p:sldId id="617" r:id="rId368"/>
    <p:sldId id="618" r:id="rId369"/>
    <p:sldId id="619" r:id="rId370"/>
    <p:sldId id="620" r:id="rId371"/>
    <p:sldId id="621" r:id="rId372"/>
    <p:sldId id="622" r:id="rId373"/>
    <p:sldId id="623" r:id="rId374"/>
    <p:sldId id="624" r:id="rId375"/>
    <p:sldId id="625" r:id="rId376"/>
    <p:sldId id="626" r:id="rId377"/>
    <p:sldId id="627" r:id="rId378"/>
    <p:sldId id="628" r:id="rId379"/>
    <p:sldId id="629" r:id="rId380"/>
    <p:sldId id="630" r:id="rId381"/>
    <p:sldId id="631" r:id="rId382"/>
    <p:sldId id="632" r:id="rId383"/>
    <p:sldId id="633" r:id="rId384"/>
    <p:sldId id="634" r:id="rId385"/>
    <p:sldId id="635" r:id="rId386"/>
    <p:sldId id="636" r:id="rId387"/>
    <p:sldId id="637" r:id="rId388"/>
    <p:sldId id="638" r:id="rId389"/>
    <p:sldId id="639" r:id="rId390"/>
    <p:sldId id="640" r:id="rId391"/>
    <p:sldId id="641" r:id="rId392"/>
    <p:sldId id="642" r:id="rId393"/>
    <p:sldId id="643" r:id="rId394"/>
    <p:sldId id="644" r:id="rId395"/>
    <p:sldId id="645" r:id="rId396"/>
    <p:sldId id="646" r:id="rId397"/>
    <p:sldId id="647" r:id="rId398"/>
    <p:sldId id="648" r:id="rId399"/>
    <p:sldId id="649" r:id="rId400"/>
    <p:sldId id="650" r:id="rId401"/>
    <p:sldId id="651" r:id="rId402"/>
    <p:sldId id="652" r:id="rId403"/>
    <p:sldId id="653" r:id="rId404"/>
    <p:sldId id="654" r:id="rId405"/>
    <p:sldId id="655" r:id="rId406"/>
    <p:sldId id="656" r:id="rId407"/>
    <p:sldId id="657" r:id="rId408"/>
    <p:sldId id="658" r:id="rId409"/>
    <p:sldId id="659" r:id="rId410"/>
    <p:sldId id="660" r:id="rId411"/>
    <p:sldId id="661" r:id="rId412"/>
    <p:sldId id="662" r:id="rId413"/>
    <p:sldId id="663" r:id="rId414"/>
    <p:sldId id="664" r:id="rId415"/>
    <p:sldId id="665" r:id="rId416"/>
    <p:sldId id="666" r:id="rId417"/>
    <p:sldId id="667" r:id="rId418"/>
    <p:sldId id="668" r:id="rId419"/>
    <p:sldId id="669" r:id="rId420"/>
    <p:sldId id="670" r:id="rId421"/>
    <p:sldId id="671" r:id="rId422"/>
    <p:sldId id="672" r:id="rId423"/>
    <p:sldId id="673" r:id="rId424"/>
    <p:sldId id="674" r:id="rId425"/>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slide" Target="slides/slide56.xml"/><Relationship Id="rId63" Type="http://schemas.openxmlformats.org/officeDocument/2006/relationships/slide" Target="slides/slide57.xml"/><Relationship Id="rId64" Type="http://schemas.openxmlformats.org/officeDocument/2006/relationships/slide" Target="slides/slide58.xml"/><Relationship Id="rId65" Type="http://schemas.openxmlformats.org/officeDocument/2006/relationships/slide" Target="slides/slide59.xml"/><Relationship Id="rId66" Type="http://schemas.openxmlformats.org/officeDocument/2006/relationships/slide" Target="slides/slide60.xml"/><Relationship Id="rId67" Type="http://schemas.openxmlformats.org/officeDocument/2006/relationships/slide" Target="slides/slide61.xml"/><Relationship Id="rId68" Type="http://schemas.openxmlformats.org/officeDocument/2006/relationships/slide" Target="slides/slide62.xml"/><Relationship Id="rId69" Type="http://schemas.openxmlformats.org/officeDocument/2006/relationships/slide" Target="slides/slide63.xml"/><Relationship Id="rId70" Type="http://schemas.openxmlformats.org/officeDocument/2006/relationships/slide" Target="slides/slide64.xml"/><Relationship Id="rId71" Type="http://schemas.openxmlformats.org/officeDocument/2006/relationships/slide" Target="slides/slide65.xml"/><Relationship Id="rId72" Type="http://schemas.openxmlformats.org/officeDocument/2006/relationships/slide" Target="slides/slide66.xml"/><Relationship Id="rId73" Type="http://schemas.openxmlformats.org/officeDocument/2006/relationships/slide" Target="slides/slide67.xml"/><Relationship Id="rId74" Type="http://schemas.openxmlformats.org/officeDocument/2006/relationships/slide" Target="slides/slide68.xml"/><Relationship Id="rId75" Type="http://schemas.openxmlformats.org/officeDocument/2006/relationships/slide" Target="slides/slide69.xml"/><Relationship Id="rId76" Type="http://schemas.openxmlformats.org/officeDocument/2006/relationships/slide" Target="slides/slide70.xml"/><Relationship Id="rId77" Type="http://schemas.openxmlformats.org/officeDocument/2006/relationships/slide" Target="slides/slide71.xml"/><Relationship Id="rId78" Type="http://schemas.openxmlformats.org/officeDocument/2006/relationships/slide" Target="slides/slide72.xml"/><Relationship Id="rId79" Type="http://schemas.openxmlformats.org/officeDocument/2006/relationships/slide" Target="slides/slide73.xml"/><Relationship Id="rId80" Type="http://schemas.openxmlformats.org/officeDocument/2006/relationships/slide" Target="slides/slide74.xml"/><Relationship Id="rId81" Type="http://schemas.openxmlformats.org/officeDocument/2006/relationships/slide" Target="slides/slide75.xml"/><Relationship Id="rId82" Type="http://schemas.openxmlformats.org/officeDocument/2006/relationships/slide" Target="slides/slide76.xml"/><Relationship Id="rId83" Type="http://schemas.openxmlformats.org/officeDocument/2006/relationships/slide" Target="slides/slide77.xml"/><Relationship Id="rId84" Type="http://schemas.openxmlformats.org/officeDocument/2006/relationships/slide" Target="slides/slide78.xml"/><Relationship Id="rId85" Type="http://schemas.openxmlformats.org/officeDocument/2006/relationships/slide" Target="slides/slide79.xml"/><Relationship Id="rId86" Type="http://schemas.openxmlformats.org/officeDocument/2006/relationships/slide" Target="slides/slide80.xml"/><Relationship Id="rId87" Type="http://schemas.openxmlformats.org/officeDocument/2006/relationships/slide" Target="slides/slide81.xml"/><Relationship Id="rId88" Type="http://schemas.openxmlformats.org/officeDocument/2006/relationships/slide" Target="slides/slide82.xml"/><Relationship Id="rId89" Type="http://schemas.openxmlformats.org/officeDocument/2006/relationships/slide" Target="slides/slide83.xml"/><Relationship Id="rId90" Type="http://schemas.openxmlformats.org/officeDocument/2006/relationships/slide" Target="slides/slide84.xml"/><Relationship Id="rId91" Type="http://schemas.openxmlformats.org/officeDocument/2006/relationships/slide" Target="slides/slide85.xml"/><Relationship Id="rId92" Type="http://schemas.openxmlformats.org/officeDocument/2006/relationships/slide" Target="slides/slide86.xml"/><Relationship Id="rId93" Type="http://schemas.openxmlformats.org/officeDocument/2006/relationships/slide" Target="slides/slide87.xml"/><Relationship Id="rId94" Type="http://schemas.openxmlformats.org/officeDocument/2006/relationships/slide" Target="slides/slide88.xml"/><Relationship Id="rId95" Type="http://schemas.openxmlformats.org/officeDocument/2006/relationships/slide" Target="slides/slide89.xml"/><Relationship Id="rId96" Type="http://schemas.openxmlformats.org/officeDocument/2006/relationships/slide" Target="slides/slide90.xml"/><Relationship Id="rId97" Type="http://schemas.openxmlformats.org/officeDocument/2006/relationships/slide" Target="slides/slide91.xml"/><Relationship Id="rId98" Type="http://schemas.openxmlformats.org/officeDocument/2006/relationships/slide" Target="slides/slide92.xml"/><Relationship Id="rId99" Type="http://schemas.openxmlformats.org/officeDocument/2006/relationships/slide" Target="slides/slide93.xml"/><Relationship Id="rId100" Type="http://schemas.openxmlformats.org/officeDocument/2006/relationships/slide" Target="slides/slide94.xml"/><Relationship Id="rId101" Type="http://schemas.openxmlformats.org/officeDocument/2006/relationships/slide" Target="slides/slide95.xml"/><Relationship Id="rId102" Type="http://schemas.openxmlformats.org/officeDocument/2006/relationships/slide" Target="slides/slide96.xml"/><Relationship Id="rId103" Type="http://schemas.openxmlformats.org/officeDocument/2006/relationships/slide" Target="slides/slide97.xml"/><Relationship Id="rId104" Type="http://schemas.openxmlformats.org/officeDocument/2006/relationships/slide" Target="slides/slide98.xml"/><Relationship Id="rId105" Type="http://schemas.openxmlformats.org/officeDocument/2006/relationships/slide" Target="slides/slide99.xml"/><Relationship Id="rId106" Type="http://schemas.openxmlformats.org/officeDocument/2006/relationships/slide" Target="slides/slide100.xml"/><Relationship Id="rId107" Type="http://schemas.openxmlformats.org/officeDocument/2006/relationships/slide" Target="slides/slide101.xml"/><Relationship Id="rId108" Type="http://schemas.openxmlformats.org/officeDocument/2006/relationships/slide" Target="slides/slide102.xml"/><Relationship Id="rId109" Type="http://schemas.openxmlformats.org/officeDocument/2006/relationships/slide" Target="slides/slide103.xml"/><Relationship Id="rId110" Type="http://schemas.openxmlformats.org/officeDocument/2006/relationships/slide" Target="slides/slide104.xml"/><Relationship Id="rId111" Type="http://schemas.openxmlformats.org/officeDocument/2006/relationships/slide" Target="slides/slide105.xml"/><Relationship Id="rId112" Type="http://schemas.openxmlformats.org/officeDocument/2006/relationships/slide" Target="slides/slide106.xml"/><Relationship Id="rId113" Type="http://schemas.openxmlformats.org/officeDocument/2006/relationships/slide" Target="slides/slide107.xml"/><Relationship Id="rId114" Type="http://schemas.openxmlformats.org/officeDocument/2006/relationships/slide" Target="slides/slide108.xml"/><Relationship Id="rId115" Type="http://schemas.openxmlformats.org/officeDocument/2006/relationships/slide" Target="slides/slide109.xml"/><Relationship Id="rId116" Type="http://schemas.openxmlformats.org/officeDocument/2006/relationships/slide" Target="slides/slide110.xml"/><Relationship Id="rId117" Type="http://schemas.openxmlformats.org/officeDocument/2006/relationships/slide" Target="slides/slide111.xml"/><Relationship Id="rId118" Type="http://schemas.openxmlformats.org/officeDocument/2006/relationships/slide" Target="slides/slide112.xml"/><Relationship Id="rId119" Type="http://schemas.openxmlformats.org/officeDocument/2006/relationships/slide" Target="slides/slide113.xml"/><Relationship Id="rId120" Type="http://schemas.openxmlformats.org/officeDocument/2006/relationships/slide" Target="slides/slide114.xml"/><Relationship Id="rId121" Type="http://schemas.openxmlformats.org/officeDocument/2006/relationships/slide" Target="slides/slide115.xml"/><Relationship Id="rId122" Type="http://schemas.openxmlformats.org/officeDocument/2006/relationships/slide" Target="slides/slide116.xml"/><Relationship Id="rId123" Type="http://schemas.openxmlformats.org/officeDocument/2006/relationships/slide" Target="slides/slide117.xml"/><Relationship Id="rId124" Type="http://schemas.openxmlformats.org/officeDocument/2006/relationships/slide" Target="slides/slide118.xml"/><Relationship Id="rId125" Type="http://schemas.openxmlformats.org/officeDocument/2006/relationships/slide" Target="slides/slide119.xml"/><Relationship Id="rId126" Type="http://schemas.openxmlformats.org/officeDocument/2006/relationships/slide" Target="slides/slide120.xml"/><Relationship Id="rId127" Type="http://schemas.openxmlformats.org/officeDocument/2006/relationships/slide" Target="slides/slide121.xml"/><Relationship Id="rId128" Type="http://schemas.openxmlformats.org/officeDocument/2006/relationships/slide" Target="slides/slide122.xml"/><Relationship Id="rId129" Type="http://schemas.openxmlformats.org/officeDocument/2006/relationships/slide" Target="slides/slide123.xml"/><Relationship Id="rId130" Type="http://schemas.openxmlformats.org/officeDocument/2006/relationships/slide" Target="slides/slide124.xml"/><Relationship Id="rId131" Type="http://schemas.openxmlformats.org/officeDocument/2006/relationships/slide" Target="slides/slide125.xml"/><Relationship Id="rId132" Type="http://schemas.openxmlformats.org/officeDocument/2006/relationships/slide" Target="slides/slide126.xml"/><Relationship Id="rId133" Type="http://schemas.openxmlformats.org/officeDocument/2006/relationships/slide" Target="slides/slide127.xml"/><Relationship Id="rId134" Type="http://schemas.openxmlformats.org/officeDocument/2006/relationships/slide" Target="slides/slide128.xml"/><Relationship Id="rId135" Type="http://schemas.openxmlformats.org/officeDocument/2006/relationships/slide" Target="slides/slide129.xml"/><Relationship Id="rId136" Type="http://schemas.openxmlformats.org/officeDocument/2006/relationships/slide" Target="slides/slide130.xml"/><Relationship Id="rId137" Type="http://schemas.openxmlformats.org/officeDocument/2006/relationships/slide" Target="slides/slide131.xml"/><Relationship Id="rId138" Type="http://schemas.openxmlformats.org/officeDocument/2006/relationships/slide" Target="slides/slide132.xml"/><Relationship Id="rId139" Type="http://schemas.openxmlformats.org/officeDocument/2006/relationships/slide" Target="slides/slide133.xml"/><Relationship Id="rId140" Type="http://schemas.openxmlformats.org/officeDocument/2006/relationships/slide" Target="slides/slide134.xml"/><Relationship Id="rId141" Type="http://schemas.openxmlformats.org/officeDocument/2006/relationships/slide" Target="slides/slide135.xml"/><Relationship Id="rId142" Type="http://schemas.openxmlformats.org/officeDocument/2006/relationships/slide" Target="slides/slide136.xml"/><Relationship Id="rId143" Type="http://schemas.openxmlformats.org/officeDocument/2006/relationships/slide" Target="slides/slide137.xml"/><Relationship Id="rId144" Type="http://schemas.openxmlformats.org/officeDocument/2006/relationships/slide" Target="slides/slide138.xml"/><Relationship Id="rId145" Type="http://schemas.openxmlformats.org/officeDocument/2006/relationships/slide" Target="slides/slide139.xml"/><Relationship Id="rId146" Type="http://schemas.openxmlformats.org/officeDocument/2006/relationships/slide" Target="slides/slide140.xml"/><Relationship Id="rId147" Type="http://schemas.openxmlformats.org/officeDocument/2006/relationships/slide" Target="slides/slide141.xml"/><Relationship Id="rId148" Type="http://schemas.openxmlformats.org/officeDocument/2006/relationships/slide" Target="slides/slide142.xml"/><Relationship Id="rId149" Type="http://schemas.openxmlformats.org/officeDocument/2006/relationships/slide" Target="slides/slide143.xml"/><Relationship Id="rId150" Type="http://schemas.openxmlformats.org/officeDocument/2006/relationships/slide" Target="slides/slide144.xml"/><Relationship Id="rId151" Type="http://schemas.openxmlformats.org/officeDocument/2006/relationships/slide" Target="slides/slide145.xml"/><Relationship Id="rId152" Type="http://schemas.openxmlformats.org/officeDocument/2006/relationships/slide" Target="slides/slide146.xml"/><Relationship Id="rId153" Type="http://schemas.openxmlformats.org/officeDocument/2006/relationships/slide" Target="slides/slide147.xml"/><Relationship Id="rId154" Type="http://schemas.openxmlformats.org/officeDocument/2006/relationships/slide" Target="slides/slide148.xml"/><Relationship Id="rId155" Type="http://schemas.openxmlformats.org/officeDocument/2006/relationships/slide" Target="slides/slide149.xml"/><Relationship Id="rId156" Type="http://schemas.openxmlformats.org/officeDocument/2006/relationships/slide" Target="slides/slide150.xml"/><Relationship Id="rId157" Type="http://schemas.openxmlformats.org/officeDocument/2006/relationships/slide" Target="slides/slide151.xml"/><Relationship Id="rId158" Type="http://schemas.openxmlformats.org/officeDocument/2006/relationships/slide" Target="slides/slide152.xml"/><Relationship Id="rId159" Type="http://schemas.openxmlformats.org/officeDocument/2006/relationships/slide" Target="slides/slide153.xml"/><Relationship Id="rId160" Type="http://schemas.openxmlformats.org/officeDocument/2006/relationships/slide" Target="slides/slide154.xml"/><Relationship Id="rId161" Type="http://schemas.openxmlformats.org/officeDocument/2006/relationships/slide" Target="slides/slide155.xml"/><Relationship Id="rId162" Type="http://schemas.openxmlformats.org/officeDocument/2006/relationships/slide" Target="slides/slide156.xml"/><Relationship Id="rId163" Type="http://schemas.openxmlformats.org/officeDocument/2006/relationships/slide" Target="slides/slide157.xml"/><Relationship Id="rId164" Type="http://schemas.openxmlformats.org/officeDocument/2006/relationships/slide" Target="slides/slide158.xml"/><Relationship Id="rId165" Type="http://schemas.openxmlformats.org/officeDocument/2006/relationships/slide" Target="slides/slide159.xml"/><Relationship Id="rId166" Type="http://schemas.openxmlformats.org/officeDocument/2006/relationships/slide" Target="slides/slide160.xml"/><Relationship Id="rId167" Type="http://schemas.openxmlformats.org/officeDocument/2006/relationships/slide" Target="slides/slide161.xml"/><Relationship Id="rId168" Type="http://schemas.openxmlformats.org/officeDocument/2006/relationships/slide" Target="slides/slide162.xml"/><Relationship Id="rId169" Type="http://schemas.openxmlformats.org/officeDocument/2006/relationships/slide" Target="slides/slide163.xml"/><Relationship Id="rId170" Type="http://schemas.openxmlformats.org/officeDocument/2006/relationships/slide" Target="slides/slide164.xml"/><Relationship Id="rId171" Type="http://schemas.openxmlformats.org/officeDocument/2006/relationships/slide" Target="slides/slide165.xml"/><Relationship Id="rId172" Type="http://schemas.openxmlformats.org/officeDocument/2006/relationships/slide" Target="slides/slide166.xml"/><Relationship Id="rId173" Type="http://schemas.openxmlformats.org/officeDocument/2006/relationships/slide" Target="slides/slide167.xml"/><Relationship Id="rId174" Type="http://schemas.openxmlformats.org/officeDocument/2006/relationships/slide" Target="slides/slide168.xml"/><Relationship Id="rId175" Type="http://schemas.openxmlformats.org/officeDocument/2006/relationships/slide" Target="slides/slide169.xml"/><Relationship Id="rId176" Type="http://schemas.openxmlformats.org/officeDocument/2006/relationships/slide" Target="slides/slide170.xml"/><Relationship Id="rId177" Type="http://schemas.openxmlformats.org/officeDocument/2006/relationships/slide" Target="slides/slide171.xml"/><Relationship Id="rId178" Type="http://schemas.openxmlformats.org/officeDocument/2006/relationships/slide" Target="slides/slide172.xml"/><Relationship Id="rId179" Type="http://schemas.openxmlformats.org/officeDocument/2006/relationships/slide" Target="slides/slide173.xml"/><Relationship Id="rId180" Type="http://schemas.openxmlformats.org/officeDocument/2006/relationships/slide" Target="slides/slide174.xml"/><Relationship Id="rId181" Type="http://schemas.openxmlformats.org/officeDocument/2006/relationships/slide" Target="slides/slide175.xml"/><Relationship Id="rId182" Type="http://schemas.openxmlformats.org/officeDocument/2006/relationships/slide" Target="slides/slide176.xml"/><Relationship Id="rId183" Type="http://schemas.openxmlformats.org/officeDocument/2006/relationships/slide" Target="slides/slide177.xml"/><Relationship Id="rId184" Type="http://schemas.openxmlformats.org/officeDocument/2006/relationships/slide" Target="slides/slide178.xml"/><Relationship Id="rId185" Type="http://schemas.openxmlformats.org/officeDocument/2006/relationships/slide" Target="slides/slide179.xml"/><Relationship Id="rId186" Type="http://schemas.openxmlformats.org/officeDocument/2006/relationships/slide" Target="slides/slide180.xml"/><Relationship Id="rId187" Type="http://schemas.openxmlformats.org/officeDocument/2006/relationships/slide" Target="slides/slide181.xml"/><Relationship Id="rId188" Type="http://schemas.openxmlformats.org/officeDocument/2006/relationships/slide" Target="slides/slide182.xml"/><Relationship Id="rId189" Type="http://schemas.openxmlformats.org/officeDocument/2006/relationships/slide" Target="slides/slide183.xml"/><Relationship Id="rId190" Type="http://schemas.openxmlformats.org/officeDocument/2006/relationships/slide" Target="slides/slide184.xml"/><Relationship Id="rId191" Type="http://schemas.openxmlformats.org/officeDocument/2006/relationships/slide" Target="slides/slide185.xml"/><Relationship Id="rId192" Type="http://schemas.openxmlformats.org/officeDocument/2006/relationships/slide" Target="slides/slide186.xml"/><Relationship Id="rId193" Type="http://schemas.openxmlformats.org/officeDocument/2006/relationships/slide" Target="slides/slide187.xml"/><Relationship Id="rId194" Type="http://schemas.openxmlformats.org/officeDocument/2006/relationships/slide" Target="slides/slide188.xml"/><Relationship Id="rId195" Type="http://schemas.openxmlformats.org/officeDocument/2006/relationships/slide" Target="slides/slide189.xml"/><Relationship Id="rId196" Type="http://schemas.openxmlformats.org/officeDocument/2006/relationships/slide" Target="slides/slide190.xml"/><Relationship Id="rId197" Type="http://schemas.openxmlformats.org/officeDocument/2006/relationships/slide" Target="slides/slide191.xml"/><Relationship Id="rId198" Type="http://schemas.openxmlformats.org/officeDocument/2006/relationships/slide" Target="slides/slide192.xml"/><Relationship Id="rId199" Type="http://schemas.openxmlformats.org/officeDocument/2006/relationships/slide" Target="slides/slide193.xml"/><Relationship Id="rId200" Type="http://schemas.openxmlformats.org/officeDocument/2006/relationships/slide" Target="slides/slide194.xml"/><Relationship Id="rId201" Type="http://schemas.openxmlformats.org/officeDocument/2006/relationships/slide" Target="slides/slide195.xml"/><Relationship Id="rId202" Type="http://schemas.openxmlformats.org/officeDocument/2006/relationships/slide" Target="slides/slide196.xml"/><Relationship Id="rId203" Type="http://schemas.openxmlformats.org/officeDocument/2006/relationships/slide" Target="slides/slide197.xml"/><Relationship Id="rId204" Type="http://schemas.openxmlformats.org/officeDocument/2006/relationships/slide" Target="slides/slide198.xml"/><Relationship Id="rId205" Type="http://schemas.openxmlformats.org/officeDocument/2006/relationships/slide" Target="slides/slide199.xml"/><Relationship Id="rId206" Type="http://schemas.openxmlformats.org/officeDocument/2006/relationships/slide" Target="slides/slide200.xml"/><Relationship Id="rId207" Type="http://schemas.openxmlformats.org/officeDocument/2006/relationships/slide" Target="slides/slide201.xml"/><Relationship Id="rId208" Type="http://schemas.openxmlformats.org/officeDocument/2006/relationships/slide" Target="slides/slide202.xml"/><Relationship Id="rId209" Type="http://schemas.openxmlformats.org/officeDocument/2006/relationships/slide" Target="slides/slide203.xml"/><Relationship Id="rId210" Type="http://schemas.openxmlformats.org/officeDocument/2006/relationships/slide" Target="slides/slide204.xml"/><Relationship Id="rId211" Type="http://schemas.openxmlformats.org/officeDocument/2006/relationships/slide" Target="slides/slide205.xml"/><Relationship Id="rId212" Type="http://schemas.openxmlformats.org/officeDocument/2006/relationships/slide" Target="slides/slide206.xml"/><Relationship Id="rId213" Type="http://schemas.openxmlformats.org/officeDocument/2006/relationships/slide" Target="slides/slide207.xml"/><Relationship Id="rId214" Type="http://schemas.openxmlformats.org/officeDocument/2006/relationships/slide" Target="slides/slide208.xml"/><Relationship Id="rId215" Type="http://schemas.openxmlformats.org/officeDocument/2006/relationships/slide" Target="slides/slide209.xml"/><Relationship Id="rId216" Type="http://schemas.openxmlformats.org/officeDocument/2006/relationships/slide" Target="slides/slide210.xml"/><Relationship Id="rId217" Type="http://schemas.openxmlformats.org/officeDocument/2006/relationships/slide" Target="slides/slide211.xml"/><Relationship Id="rId218" Type="http://schemas.openxmlformats.org/officeDocument/2006/relationships/slide" Target="slides/slide212.xml"/><Relationship Id="rId219" Type="http://schemas.openxmlformats.org/officeDocument/2006/relationships/slide" Target="slides/slide213.xml"/><Relationship Id="rId220" Type="http://schemas.openxmlformats.org/officeDocument/2006/relationships/slide" Target="slides/slide214.xml"/><Relationship Id="rId221" Type="http://schemas.openxmlformats.org/officeDocument/2006/relationships/slide" Target="slides/slide215.xml"/><Relationship Id="rId222" Type="http://schemas.openxmlformats.org/officeDocument/2006/relationships/slide" Target="slides/slide216.xml"/><Relationship Id="rId223" Type="http://schemas.openxmlformats.org/officeDocument/2006/relationships/slide" Target="slides/slide217.xml"/><Relationship Id="rId224" Type="http://schemas.openxmlformats.org/officeDocument/2006/relationships/slide" Target="slides/slide218.xml"/><Relationship Id="rId225" Type="http://schemas.openxmlformats.org/officeDocument/2006/relationships/slide" Target="slides/slide219.xml"/><Relationship Id="rId226" Type="http://schemas.openxmlformats.org/officeDocument/2006/relationships/slide" Target="slides/slide220.xml"/><Relationship Id="rId227" Type="http://schemas.openxmlformats.org/officeDocument/2006/relationships/slide" Target="slides/slide221.xml"/><Relationship Id="rId228" Type="http://schemas.openxmlformats.org/officeDocument/2006/relationships/slide" Target="slides/slide222.xml"/><Relationship Id="rId229" Type="http://schemas.openxmlformats.org/officeDocument/2006/relationships/slide" Target="slides/slide223.xml"/><Relationship Id="rId230" Type="http://schemas.openxmlformats.org/officeDocument/2006/relationships/slide" Target="slides/slide224.xml"/><Relationship Id="rId231" Type="http://schemas.openxmlformats.org/officeDocument/2006/relationships/slide" Target="slides/slide225.xml"/><Relationship Id="rId232" Type="http://schemas.openxmlformats.org/officeDocument/2006/relationships/slide" Target="slides/slide226.xml"/><Relationship Id="rId233" Type="http://schemas.openxmlformats.org/officeDocument/2006/relationships/slide" Target="slides/slide227.xml"/><Relationship Id="rId234" Type="http://schemas.openxmlformats.org/officeDocument/2006/relationships/slide" Target="slides/slide228.xml"/><Relationship Id="rId235" Type="http://schemas.openxmlformats.org/officeDocument/2006/relationships/slide" Target="slides/slide229.xml"/><Relationship Id="rId236" Type="http://schemas.openxmlformats.org/officeDocument/2006/relationships/slide" Target="slides/slide230.xml"/><Relationship Id="rId237" Type="http://schemas.openxmlformats.org/officeDocument/2006/relationships/slide" Target="slides/slide231.xml"/><Relationship Id="rId238" Type="http://schemas.openxmlformats.org/officeDocument/2006/relationships/slide" Target="slides/slide232.xml"/><Relationship Id="rId239" Type="http://schemas.openxmlformats.org/officeDocument/2006/relationships/slide" Target="slides/slide233.xml"/><Relationship Id="rId240" Type="http://schemas.openxmlformats.org/officeDocument/2006/relationships/slide" Target="slides/slide234.xml"/><Relationship Id="rId241" Type="http://schemas.openxmlformats.org/officeDocument/2006/relationships/slide" Target="slides/slide235.xml"/><Relationship Id="rId242" Type="http://schemas.openxmlformats.org/officeDocument/2006/relationships/slide" Target="slides/slide236.xml"/><Relationship Id="rId243" Type="http://schemas.openxmlformats.org/officeDocument/2006/relationships/slide" Target="slides/slide237.xml"/><Relationship Id="rId244" Type="http://schemas.openxmlformats.org/officeDocument/2006/relationships/slide" Target="slides/slide238.xml"/><Relationship Id="rId245" Type="http://schemas.openxmlformats.org/officeDocument/2006/relationships/slide" Target="slides/slide239.xml"/><Relationship Id="rId246" Type="http://schemas.openxmlformats.org/officeDocument/2006/relationships/slide" Target="slides/slide240.xml"/><Relationship Id="rId247" Type="http://schemas.openxmlformats.org/officeDocument/2006/relationships/slide" Target="slides/slide241.xml"/><Relationship Id="rId248" Type="http://schemas.openxmlformats.org/officeDocument/2006/relationships/slide" Target="slides/slide242.xml"/><Relationship Id="rId249" Type="http://schemas.openxmlformats.org/officeDocument/2006/relationships/slide" Target="slides/slide243.xml"/><Relationship Id="rId250" Type="http://schemas.openxmlformats.org/officeDocument/2006/relationships/slide" Target="slides/slide244.xml"/><Relationship Id="rId251" Type="http://schemas.openxmlformats.org/officeDocument/2006/relationships/slide" Target="slides/slide245.xml"/><Relationship Id="rId252" Type="http://schemas.openxmlformats.org/officeDocument/2006/relationships/slide" Target="slides/slide246.xml"/><Relationship Id="rId253" Type="http://schemas.openxmlformats.org/officeDocument/2006/relationships/slide" Target="slides/slide247.xml"/><Relationship Id="rId254" Type="http://schemas.openxmlformats.org/officeDocument/2006/relationships/slide" Target="slides/slide248.xml"/><Relationship Id="rId255" Type="http://schemas.openxmlformats.org/officeDocument/2006/relationships/slide" Target="slides/slide249.xml"/><Relationship Id="rId256" Type="http://schemas.openxmlformats.org/officeDocument/2006/relationships/slide" Target="slides/slide250.xml"/><Relationship Id="rId257" Type="http://schemas.openxmlformats.org/officeDocument/2006/relationships/slide" Target="slides/slide251.xml"/><Relationship Id="rId258" Type="http://schemas.openxmlformats.org/officeDocument/2006/relationships/slide" Target="slides/slide252.xml"/><Relationship Id="rId259" Type="http://schemas.openxmlformats.org/officeDocument/2006/relationships/slide" Target="slides/slide253.xml"/><Relationship Id="rId260" Type="http://schemas.openxmlformats.org/officeDocument/2006/relationships/slide" Target="slides/slide254.xml"/><Relationship Id="rId261" Type="http://schemas.openxmlformats.org/officeDocument/2006/relationships/slide" Target="slides/slide255.xml"/><Relationship Id="rId262" Type="http://schemas.openxmlformats.org/officeDocument/2006/relationships/slide" Target="slides/slide256.xml"/><Relationship Id="rId263" Type="http://schemas.openxmlformats.org/officeDocument/2006/relationships/slide" Target="slides/slide257.xml"/><Relationship Id="rId264" Type="http://schemas.openxmlformats.org/officeDocument/2006/relationships/slide" Target="slides/slide258.xml"/><Relationship Id="rId265" Type="http://schemas.openxmlformats.org/officeDocument/2006/relationships/slide" Target="slides/slide259.xml"/><Relationship Id="rId266" Type="http://schemas.openxmlformats.org/officeDocument/2006/relationships/slide" Target="slides/slide260.xml"/><Relationship Id="rId267" Type="http://schemas.openxmlformats.org/officeDocument/2006/relationships/slide" Target="slides/slide261.xml"/><Relationship Id="rId268" Type="http://schemas.openxmlformats.org/officeDocument/2006/relationships/slide" Target="slides/slide262.xml"/><Relationship Id="rId269" Type="http://schemas.openxmlformats.org/officeDocument/2006/relationships/slide" Target="slides/slide263.xml"/><Relationship Id="rId270" Type="http://schemas.openxmlformats.org/officeDocument/2006/relationships/slide" Target="slides/slide264.xml"/><Relationship Id="rId271" Type="http://schemas.openxmlformats.org/officeDocument/2006/relationships/slide" Target="slides/slide265.xml"/><Relationship Id="rId272" Type="http://schemas.openxmlformats.org/officeDocument/2006/relationships/slide" Target="slides/slide266.xml"/><Relationship Id="rId273" Type="http://schemas.openxmlformats.org/officeDocument/2006/relationships/slide" Target="slides/slide267.xml"/><Relationship Id="rId274" Type="http://schemas.openxmlformats.org/officeDocument/2006/relationships/slide" Target="slides/slide268.xml"/><Relationship Id="rId275" Type="http://schemas.openxmlformats.org/officeDocument/2006/relationships/slide" Target="slides/slide269.xml"/><Relationship Id="rId276" Type="http://schemas.openxmlformats.org/officeDocument/2006/relationships/slide" Target="slides/slide270.xml"/><Relationship Id="rId277" Type="http://schemas.openxmlformats.org/officeDocument/2006/relationships/slide" Target="slides/slide271.xml"/><Relationship Id="rId278" Type="http://schemas.openxmlformats.org/officeDocument/2006/relationships/slide" Target="slides/slide272.xml"/><Relationship Id="rId279" Type="http://schemas.openxmlformats.org/officeDocument/2006/relationships/slide" Target="slides/slide273.xml"/><Relationship Id="rId280" Type="http://schemas.openxmlformats.org/officeDocument/2006/relationships/slide" Target="slides/slide274.xml"/><Relationship Id="rId281" Type="http://schemas.openxmlformats.org/officeDocument/2006/relationships/slide" Target="slides/slide275.xml"/><Relationship Id="rId282" Type="http://schemas.openxmlformats.org/officeDocument/2006/relationships/slide" Target="slides/slide276.xml"/><Relationship Id="rId283" Type="http://schemas.openxmlformats.org/officeDocument/2006/relationships/slide" Target="slides/slide277.xml"/><Relationship Id="rId284" Type="http://schemas.openxmlformats.org/officeDocument/2006/relationships/slide" Target="slides/slide278.xml"/><Relationship Id="rId285" Type="http://schemas.openxmlformats.org/officeDocument/2006/relationships/slide" Target="slides/slide279.xml"/><Relationship Id="rId286" Type="http://schemas.openxmlformats.org/officeDocument/2006/relationships/slide" Target="slides/slide280.xml"/><Relationship Id="rId287" Type="http://schemas.openxmlformats.org/officeDocument/2006/relationships/slide" Target="slides/slide281.xml"/><Relationship Id="rId288" Type="http://schemas.openxmlformats.org/officeDocument/2006/relationships/slide" Target="slides/slide282.xml"/><Relationship Id="rId289" Type="http://schemas.openxmlformats.org/officeDocument/2006/relationships/slide" Target="slides/slide283.xml"/><Relationship Id="rId290" Type="http://schemas.openxmlformats.org/officeDocument/2006/relationships/slide" Target="slides/slide284.xml"/><Relationship Id="rId291" Type="http://schemas.openxmlformats.org/officeDocument/2006/relationships/slide" Target="slides/slide285.xml"/><Relationship Id="rId292" Type="http://schemas.openxmlformats.org/officeDocument/2006/relationships/slide" Target="slides/slide286.xml"/><Relationship Id="rId293" Type="http://schemas.openxmlformats.org/officeDocument/2006/relationships/slide" Target="slides/slide287.xml"/><Relationship Id="rId294" Type="http://schemas.openxmlformats.org/officeDocument/2006/relationships/slide" Target="slides/slide288.xml"/><Relationship Id="rId295" Type="http://schemas.openxmlformats.org/officeDocument/2006/relationships/slide" Target="slides/slide289.xml"/><Relationship Id="rId296" Type="http://schemas.openxmlformats.org/officeDocument/2006/relationships/slide" Target="slides/slide290.xml"/><Relationship Id="rId297" Type="http://schemas.openxmlformats.org/officeDocument/2006/relationships/slide" Target="slides/slide291.xml"/><Relationship Id="rId298" Type="http://schemas.openxmlformats.org/officeDocument/2006/relationships/slide" Target="slides/slide292.xml"/><Relationship Id="rId299" Type="http://schemas.openxmlformats.org/officeDocument/2006/relationships/slide" Target="slides/slide293.xml"/><Relationship Id="rId300" Type="http://schemas.openxmlformats.org/officeDocument/2006/relationships/slide" Target="slides/slide294.xml"/><Relationship Id="rId301" Type="http://schemas.openxmlformats.org/officeDocument/2006/relationships/slide" Target="slides/slide295.xml"/><Relationship Id="rId302" Type="http://schemas.openxmlformats.org/officeDocument/2006/relationships/slide" Target="slides/slide296.xml"/><Relationship Id="rId303" Type="http://schemas.openxmlformats.org/officeDocument/2006/relationships/slide" Target="slides/slide297.xml"/><Relationship Id="rId304" Type="http://schemas.openxmlformats.org/officeDocument/2006/relationships/slide" Target="slides/slide298.xml"/><Relationship Id="rId305" Type="http://schemas.openxmlformats.org/officeDocument/2006/relationships/slide" Target="slides/slide299.xml"/><Relationship Id="rId306" Type="http://schemas.openxmlformats.org/officeDocument/2006/relationships/slide" Target="slides/slide300.xml"/><Relationship Id="rId307" Type="http://schemas.openxmlformats.org/officeDocument/2006/relationships/slide" Target="slides/slide301.xml"/><Relationship Id="rId308" Type="http://schemas.openxmlformats.org/officeDocument/2006/relationships/slide" Target="slides/slide302.xml"/><Relationship Id="rId309" Type="http://schemas.openxmlformats.org/officeDocument/2006/relationships/slide" Target="slides/slide303.xml"/><Relationship Id="rId310" Type="http://schemas.openxmlformats.org/officeDocument/2006/relationships/slide" Target="slides/slide304.xml"/><Relationship Id="rId311" Type="http://schemas.openxmlformats.org/officeDocument/2006/relationships/slide" Target="slides/slide305.xml"/><Relationship Id="rId312" Type="http://schemas.openxmlformats.org/officeDocument/2006/relationships/slide" Target="slides/slide306.xml"/><Relationship Id="rId313" Type="http://schemas.openxmlformats.org/officeDocument/2006/relationships/slide" Target="slides/slide307.xml"/><Relationship Id="rId314" Type="http://schemas.openxmlformats.org/officeDocument/2006/relationships/slide" Target="slides/slide308.xml"/><Relationship Id="rId315" Type="http://schemas.openxmlformats.org/officeDocument/2006/relationships/slide" Target="slides/slide309.xml"/><Relationship Id="rId316" Type="http://schemas.openxmlformats.org/officeDocument/2006/relationships/slide" Target="slides/slide310.xml"/><Relationship Id="rId317" Type="http://schemas.openxmlformats.org/officeDocument/2006/relationships/slide" Target="slides/slide311.xml"/><Relationship Id="rId318" Type="http://schemas.openxmlformats.org/officeDocument/2006/relationships/slide" Target="slides/slide312.xml"/><Relationship Id="rId319" Type="http://schemas.openxmlformats.org/officeDocument/2006/relationships/slide" Target="slides/slide313.xml"/><Relationship Id="rId320" Type="http://schemas.openxmlformats.org/officeDocument/2006/relationships/slide" Target="slides/slide314.xml"/><Relationship Id="rId321" Type="http://schemas.openxmlformats.org/officeDocument/2006/relationships/slide" Target="slides/slide315.xml"/><Relationship Id="rId322" Type="http://schemas.openxmlformats.org/officeDocument/2006/relationships/slide" Target="slides/slide316.xml"/><Relationship Id="rId323" Type="http://schemas.openxmlformats.org/officeDocument/2006/relationships/slide" Target="slides/slide317.xml"/><Relationship Id="rId324" Type="http://schemas.openxmlformats.org/officeDocument/2006/relationships/slide" Target="slides/slide318.xml"/><Relationship Id="rId325" Type="http://schemas.openxmlformats.org/officeDocument/2006/relationships/slide" Target="slides/slide319.xml"/><Relationship Id="rId326" Type="http://schemas.openxmlformats.org/officeDocument/2006/relationships/slide" Target="slides/slide320.xml"/><Relationship Id="rId327" Type="http://schemas.openxmlformats.org/officeDocument/2006/relationships/slide" Target="slides/slide321.xml"/><Relationship Id="rId328" Type="http://schemas.openxmlformats.org/officeDocument/2006/relationships/slide" Target="slides/slide322.xml"/><Relationship Id="rId329" Type="http://schemas.openxmlformats.org/officeDocument/2006/relationships/slide" Target="slides/slide323.xml"/><Relationship Id="rId330" Type="http://schemas.openxmlformats.org/officeDocument/2006/relationships/slide" Target="slides/slide324.xml"/><Relationship Id="rId331" Type="http://schemas.openxmlformats.org/officeDocument/2006/relationships/slide" Target="slides/slide325.xml"/><Relationship Id="rId332" Type="http://schemas.openxmlformats.org/officeDocument/2006/relationships/slide" Target="slides/slide326.xml"/><Relationship Id="rId333" Type="http://schemas.openxmlformats.org/officeDocument/2006/relationships/slide" Target="slides/slide327.xml"/><Relationship Id="rId334" Type="http://schemas.openxmlformats.org/officeDocument/2006/relationships/slide" Target="slides/slide328.xml"/><Relationship Id="rId335" Type="http://schemas.openxmlformats.org/officeDocument/2006/relationships/slide" Target="slides/slide329.xml"/><Relationship Id="rId336" Type="http://schemas.openxmlformats.org/officeDocument/2006/relationships/slide" Target="slides/slide330.xml"/><Relationship Id="rId337" Type="http://schemas.openxmlformats.org/officeDocument/2006/relationships/slide" Target="slides/slide331.xml"/><Relationship Id="rId338" Type="http://schemas.openxmlformats.org/officeDocument/2006/relationships/slide" Target="slides/slide332.xml"/><Relationship Id="rId339" Type="http://schemas.openxmlformats.org/officeDocument/2006/relationships/slide" Target="slides/slide333.xml"/><Relationship Id="rId340" Type="http://schemas.openxmlformats.org/officeDocument/2006/relationships/slide" Target="slides/slide334.xml"/><Relationship Id="rId341" Type="http://schemas.openxmlformats.org/officeDocument/2006/relationships/slide" Target="slides/slide335.xml"/><Relationship Id="rId342" Type="http://schemas.openxmlformats.org/officeDocument/2006/relationships/slide" Target="slides/slide336.xml"/><Relationship Id="rId343" Type="http://schemas.openxmlformats.org/officeDocument/2006/relationships/slide" Target="slides/slide337.xml"/><Relationship Id="rId344" Type="http://schemas.openxmlformats.org/officeDocument/2006/relationships/slide" Target="slides/slide338.xml"/><Relationship Id="rId345" Type="http://schemas.openxmlformats.org/officeDocument/2006/relationships/slide" Target="slides/slide339.xml"/><Relationship Id="rId346" Type="http://schemas.openxmlformats.org/officeDocument/2006/relationships/slide" Target="slides/slide340.xml"/><Relationship Id="rId347" Type="http://schemas.openxmlformats.org/officeDocument/2006/relationships/slide" Target="slides/slide341.xml"/><Relationship Id="rId348" Type="http://schemas.openxmlformats.org/officeDocument/2006/relationships/slide" Target="slides/slide342.xml"/><Relationship Id="rId349" Type="http://schemas.openxmlformats.org/officeDocument/2006/relationships/slide" Target="slides/slide343.xml"/><Relationship Id="rId350" Type="http://schemas.openxmlformats.org/officeDocument/2006/relationships/slide" Target="slides/slide344.xml"/><Relationship Id="rId351" Type="http://schemas.openxmlformats.org/officeDocument/2006/relationships/slide" Target="slides/slide345.xml"/><Relationship Id="rId352" Type="http://schemas.openxmlformats.org/officeDocument/2006/relationships/slide" Target="slides/slide346.xml"/><Relationship Id="rId353" Type="http://schemas.openxmlformats.org/officeDocument/2006/relationships/slide" Target="slides/slide347.xml"/><Relationship Id="rId354" Type="http://schemas.openxmlformats.org/officeDocument/2006/relationships/slide" Target="slides/slide348.xml"/><Relationship Id="rId355" Type="http://schemas.openxmlformats.org/officeDocument/2006/relationships/slide" Target="slides/slide349.xml"/><Relationship Id="rId356" Type="http://schemas.openxmlformats.org/officeDocument/2006/relationships/slide" Target="slides/slide350.xml"/><Relationship Id="rId357" Type="http://schemas.openxmlformats.org/officeDocument/2006/relationships/slide" Target="slides/slide351.xml"/><Relationship Id="rId358" Type="http://schemas.openxmlformats.org/officeDocument/2006/relationships/slide" Target="slides/slide352.xml"/><Relationship Id="rId359" Type="http://schemas.openxmlformats.org/officeDocument/2006/relationships/slide" Target="slides/slide353.xml"/><Relationship Id="rId360" Type="http://schemas.openxmlformats.org/officeDocument/2006/relationships/slide" Target="slides/slide354.xml"/><Relationship Id="rId361" Type="http://schemas.openxmlformats.org/officeDocument/2006/relationships/slide" Target="slides/slide355.xml"/><Relationship Id="rId362" Type="http://schemas.openxmlformats.org/officeDocument/2006/relationships/slide" Target="slides/slide356.xml"/><Relationship Id="rId363" Type="http://schemas.openxmlformats.org/officeDocument/2006/relationships/slide" Target="slides/slide357.xml"/><Relationship Id="rId364" Type="http://schemas.openxmlformats.org/officeDocument/2006/relationships/slide" Target="slides/slide358.xml"/><Relationship Id="rId365" Type="http://schemas.openxmlformats.org/officeDocument/2006/relationships/slide" Target="slides/slide359.xml"/><Relationship Id="rId366" Type="http://schemas.openxmlformats.org/officeDocument/2006/relationships/slide" Target="slides/slide360.xml"/><Relationship Id="rId367" Type="http://schemas.openxmlformats.org/officeDocument/2006/relationships/slide" Target="slides/slide361.xml"/><Relationship Id="rId368" Type="http://schemas.openxmlformats.org/officeDocument/2006/relationships/slide" Target="slides/slide362.xml"/><Relationship Id="rId369" Type="http://schemas.openxmlformats.org/officeDocument/2006/relationships/slide" Target="slides/slide363.xml"/><Relationship Id="rId370" Type="http://schemas.openxmlformats.org/officeDocument/2006/relationships/slide" Target="slides/slide364.xml"/><Relationship Id="rId371" Type="http://schemas.openxmlformats.org/officeDocument/2006/relationships/slide" Target="slides/slide365.xml"/><Relationship Id="rId372" Type="http://schemas.openxmlformats.org/officeDocument/2006/relationships/slide" Target="slides/slide366.xml"/><Relationship Id="rId373" Type="http://schemas.openxmlformats.org/officeDocument/2006/relationships/slide" Target="slides/slide367.xml"/><Relationship Id="rId374" Type="http://schemas.openxmlformats.org/officeDocument/2006/relationships/slide" Target="slides/slide368.xml"/><Relationship Id="rId375" Type="http://schemas.openxmlformats.org/officeDocument/2006/relationships/slide" Target="slides/slide369.xml"/><Relationship Id="rId376" Type="http://schemas.openxmlformats.org/officeDocument/2006/relationships/slide" Target="slides/slide370.xml"/><Relationship Id="rId377" Type="http://schemas.openxmlformats.org/officeDocument/2006/relationships/slide" Target="slides/slide371.xml"/><Relationship Id="rId378" Type="http://schemas.openxmlformats.org/officeDocument/2006/relationships/slide" Target="slides/slide372.xml"/><Relationship Id="rId379" Type="http://schemas.openxmlformats.org/officeDocument/2006/relationships/slide" Target="slides/slide373.xml"/><Relationship Id="rId380" Type="http://schemas.openxmlformats.org/officeDocument/2006/relationships/slide" Target="slides/slide374.xml"/><Relationship Id="rId381" Type="http://schemas.openxmlformats.org/officeDocument/2006/relationships/slide" Target="slides/slide375.xml"/><Relationship Id="rId382" Type="http://schemas.openxmlformats.org/officeDocument/2006/relationships/slide" Target="slides/slide376.xml"/><Relationship Id="rId383" Type="http://schemas.openxmlformats.org/officeDocument/2006/relationships/slide" Target="slides/slide377.xml"/><Relationship Id="rId384" Type="http://schemas.openxmlformats.org/officeDocument/2006/relationships/slide" Target="slides/slide378.xml"/><Relationship Id="rId385" Type="http://schemas.openxmlformats.org/officeDocument/2006/relationships/slide" Target="slides/slide379.xml"/><Relationship Id="rId386" Type="http://schemas.openxmlformats.org/officeDocument/2006/relationships/slide" Target="slides/slide380.xml"/><Relationship Id="rId387" Type="http://schemas.openxmlformats.org/officeDocument/2006/relationships/slide" Target="slides/slide381.xml"/><Relationship Id="rId388" Type="http://schemas.openxmlformats.org/officeDocument/2006/relationships/slide" Target="slides/slide382.xml"/><Relationship Id="rId389" Type="http://schemas.openxmlformats.org/officeDocument/2006/relationships/slide" Target="slides/slide383.xml"/><Relationship Id="rId390" Type="http://schemas.openxmlformats.org/officeDocument/2006/relationships/slide" Target="slides/slide384.xml"/><Relationship Id="rId391" Type="http://schemas.openxmlformats.org/officeDocument/2006/relationships/slide" Target="slides/slide385.xml"/><Relationship Id="rId392" Type="http://schemas.openxmlformats.org/officeDocument/2006/relationships/slide" Target="slides/slide386.xml"/><Relationship Id="rId393" Type="http://schemas.openxmlformats.org/officeDocument/2006/relationships/slide" Target="slides/slide387.xml"/><Relationship Id="rId394" Type="http://schemas.openxmlformats.org/officeDocument/2006/relationships/slide" Target="slides/slide388.xml"/><Relationship Id="rId395" Type="http://schemas.openxmlformats.org/officeDocument/2006/relationships/slide" Target="slides/slide389.xml"/><Relationship Id="rId396" Type="http://schemas.openxmlformats.org/officeDocument/2006/relationships/slide" Target="slides/slide390.xml"/><Relationship Id="rId397" Type="http://schemas.openxmlformats.org/officeDocument/2006/relationships/slide" Target="slides/slide391.xml"/><Relationship Id="rId398" Type="http://schemas.openxmlformats.org/officeDocument/2006/relationships/slide" Target="slides/slide392.xml"/><Relationship Id="rId399" Type="http://schemas.openxmlformats.org/officeDocument/2006/relationships/slide" Target="slides/slide393.xml"/><Relationship Id="rId400" Type="http://schemas.openxmlformats.org/officeDocument/2006/relationships/slide" Target="slides/slide394.xml"/><Relationship Id="rId401" Type="http://schemas.openxmlformats.org/officeDocument/2006/relationships/slide" Target="slides/slide395.xml"/><Relationship Id="rId402" Type="http://schemas.openxmlformats.org/officeDocument/2006/relationships/slide" Target="slides/slide396.xml"/><Relationship Id="rId403" Type="http://schemas.openxmlformats.org/officeDocument/2006/relationships/slide" Target="slides/slide397.xml"/><Relationship Id="rId404" Type="http://schemas.openxmlformats.org/officeDocument/2006/relationships/slide" Target="slides/slide398.xml"/><Relationship Id="rId405" Type="http://schemas.openxmlformats.org/officeDocument/2006/relationships/slide" Target="slides/slide399.xml"/><Relationship Id="rId406" Type="http://schemas.openxmlformats.org/officeDocument/2006/relationships/slide" Target="slides/slide400.xml"/><Relationship Id="rId407" Type="http://schemas.openxmlformats.org/officeDocument/2006/relationships/slide" Target="slides/slide401.xml"/><Relationship Id="rId408" Type="http://schemas.openxmlformats.org/officeDocument/2006/relationships/slide" Target="slides/slide402.xml"/><Relationship Id="rId409" Type="http://schemas.openxmlformats.org/officeDocument/2006/relationships/slide" Target="slides/slide403.xml"/><Relationship Id="rId410" Type="http://schemas.openxmlformats.org/officeDocument/2006/relationships/slide" Target="slides/slide404.xml"/><Relationship Id="rId411" Type="http://schemas.openxmlformats.org/officeDocument/2006/relationships/slide" Target="slides/slide405.xml"/><Relationship Id="rId412" Type="http://schemas.openxmlformats.org/officeDocument/2006/relationships/slide" Target="slides/slide406.xml"/><Relationship Id="rId413" Type="http://schemas.openxmlformats.org/officeDocument/2006/relationships/slide" Target="slides/slide407.xml"/><Relationship Id="rId414" Type="http://schemas.openxmlformats.org/officeDocument/2006/relationships/slide" Target="slides/slide408.xml"/><Relationship Id="rId415" Type="http://schemas.openxmlformats.org/officeDocument/2006/relationships/slide" Target="slides/slide409.xml"/><Relationship Id="rId416" Type="http://schemas.openxmlformats.org/officeDocument/2006/relationships/slide" Target="slides/slide410.xml"/><Relationship Id="rId417" Type="http://schemas.openxmlformats.org/officeDocument/2006/relationships/slide" Target="slides/slide411.xml"/><Relationship Id="rId418" Type="http://schemas.openxmlformats.org/officeDocument/2006/relationships/slide" Target="slides/slide412.xml"/><Relationship Id="rId419" Type="http://schemas.openxmlformats.org/officeDocument/2006/relationships/slide" Target="slides/slide413.xml"/><Relationship Id="rId420" Type="http://schemas.openxmlformats.org/officeDocument/2006/relationships/slide" Target="slides/slide414.xml"/><Relationship Id="rId421" Type="http://schemas.openxmlformats.org/officeDocument/2006/relationships/slide" Target="slides/slide415.xml"/><Relationship Id="rId422" Type="http://schemas.openxmlformats.org/officeDocument/2006/relationships/slide" Target="slides/slide416.xml"/><Relationship Id="rId423" Type="http://schemas.openxmlformats.org/officeDocument/2006/relationships/slide" Target="slides/slide417.xml"/><Relationship Id="rId424" Type="http://schemas.openxmlformats.org/officeDocument/2006/relationships/slide" Target="slides/slide418.xml"/><Relationship Id="rId425" Type="http://schemas.openxmlformats.org/officeDocument/2006/relationships/slide" Target="slides/slide41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a:t>
            </a:r>
          </a:p>
        </p:txBody>
      </p:sp>
      <p:sp>
        <p:nvSpPr>
          <p:cNvPr id="3" name="Content Placeholder 2"/>
          <p:cNvSpPr>
            <a:spLocks noGrp="1"/>
          </p:cNvSpPr>
          <p:nvPr>
            <p:ph idx="1"/>
          </p:nvPr>
        </p:nvSpPr>
        <p:spPr/>
        <p:txBody>
          <a:bodyPr/>
          <a:lstStyle/>
          <a:p>
            <a:r>
              <a:t>개인정보 처리방침에 의거하여 수집된 정보를 관리합니다. 해당 데이터는 인사팀에서 관리하며 외부 유출이 금지됩니다. 본 문서는 내부 보안 정책에 </a:t>
            </a:r>
          </a:p>
          <a:p>
            <a:r>
              <a:t>[개인정보]</a:t>
            </a:r>
          </a:p>
          <a:p>
            <a:r>
              <a:t>주민등록번호: 900123-1234567</a:t>
            </a:r>
          </a:p>
          <a:p>
            <a:r>
              <a:t>신용카드: 4532-1234-5678-9012</a:t>
            </a:r>
          </a:p>
          <a:p>
            <a:r>
              <a:t>전화번호: 010-9876-5432</a:t>
            </a:r>
          </a:p>
          <a:p>
            <a:r>
              <a:t>이메일: hong.gildong@company.com</a:t>
            </a:r>
          </a:p>
          <a:p>
            <a:r>
              <a:t>계좌번호: 110-123-456789</a:t>
            </a:r>
          </a:p>
          <a:p>
            <a:r>
              <a:t>사업자등록번호: 123-45-67890</a:t>
            </a:r>
          </a:p>
          <a:p>
            <a:r>
              <a:t>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a:t>
            </a:r>
          </a:p>
        </p:txBody>
      </p:sp>
      <p:sp>
        <p:nvSpPr>
          <p:cNvPr id="3" name="Content Placeholder 2"/>
          <p:cNvSpPr>
            <a:spLocks noGrp="1"/>
          </p:cNvSpPr>
          <p:nvPr>
            <p:ph idx="1"/>
          </p:nvPr>
        </p:nvSpPr>
        <p:spPr/>
        <p:txBody>
          <a:bodyPr/>
          <a:lstStyle/>
          <a:p>
            <a:r>
              <a:t>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a:t>
            </a:r>
          </a:p>
        </p:txBody>
      </p:sp>
      <p:sp>
        <p:nvSpPr>
          <p:cNvPr id="3" name="Content Placeholder 2"/>
          <p:cNvSpPr>
            <a:spLocks noGrp="1"/>
          </p:cNvSpPr>
          <p:nvPr>
            <p:ph idx="1"/>
          </p:nvPr>
        </p:nvSpPr>
        <p:spPr/>
        <p:txBody>
          <a:bodyPr/>
          <a:lstStyle/>
          <a:p>
            <a:r>
              <a:t>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a:t>
            </a:r>
          </a:p>
        </p:txBody>
      </p:sp>
      <p:sp>
        <p:nvSpPr>
          <p:cNvPr id="3" name="Content Placeholder 2"/>
          <p:cNvSpPr>
            <a:spLocks noGrp="1"/>
          </p:cNvSpPr>
          <p:nvPr>
            <p:ph idx="1"/>
          </p:nvPr>
        </p:nvSpPr>
        <p:spPr/>
        <p:txBody>
          <a:bodyPr/>
          <a:lstStyle/>
          <a:p>
            <a:r>
              <a:t>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5</a:t>
            </a:r>
          </a:p>
        </p:txBody>
      </p:sp>
      <p:sp>
        <p:nvSpPr>
          <p:cNvPr id="3" name="Content Placeholder 2"/>
          <p:cNvSpPr>
            <a:spLocks noGrp="1"/>
          </p:cNvSpPr>
          <p:nvPr>
            <p:ph idx="1"/>
          </p:nvPr>
        </p:nvSpPr>
        <p:spPr/>
        <p:txBody>
          <a:bodyPr/>
          <a:lstStyle/>
          <a:p>
            <a:r>
              <a:t>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6</a:t>
            </a:r>
          </a:p>
        </p:txBody>
      </p:sp>
      <p:sp>
        <p:nvSpPr>
          <p:cNvPr id="3" name="Content Placeholder 2"/>
          <p:cNvSpPr>
            <a:spLocks noGrp="1"/>
          </p:cNvSpPr>
          <p:nvPr>
            <p:ph idx="1"/>
          </p:nvPr>
        </p:nvSpPr>
        <p:spPr/>
        <p:txBody>
          <a:bodyPr/>
          <a:lstStyle/>
          <a:p>
            <a:r>
              <a:t>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7</a:t>
            </a:r>
          </a:p>
        </p:txBody>
      </p:sp>
      <p:sp>
        <p:nvSpPr>
          <p:cNvPr id="3" name="Content Placeholder 2"/>
          <p:cNvSpPr>
            <a:spLocks noGrp="1"/>
          </p:cNvSpPr>
          <p:nvPr>
            <p:ph idx="1"/>
          </p:nvPr>
        </p:nvSpPr>
        <p:spPr/>
        <p:txBody>
          <a:bodyPr/>
          <a:lstStyle/>
          <a:p>
            <a:r>
              <a:t>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8</a:t>
            </a:r>
          </a:p>
        </p:txBody>
      </p:sp>
      <p:sp>
        <p:nvSpPr>
          <p:cNvPr id="3" name="Content Placeholder 2"/>
          <p:cNvSpPr>
            <a:spLocks noGrp="1"/>
          </p:cNvSpPr>
          <p:nvPr>
            <p:ph idx="1"/>
          </p:nvPr>
        </p:nvSpPr>
        <p:spPr/>
        <p:txBody>
          <a:bodyPr/>
          <a:lstStyle/>
          <a:p>
            <a:r>
              <a:t>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9</a:t>
            </a:r>
          </a:p>
        </p:txBody>
      </p:sp>
      <p:sp>
        <p:nvSpPr>
          <p:cNvPr id="3" name="Content Placeholder 2"/>
          <p:cNvSpPr>
            <a:spLocks noGrp="1"/>
          </p:cNvSpPr>
          <p:nvPr>
            <p:ph idx="1"/>
          </p:nvPr>
        </p:nvSpPr>
        <p:spPr/>
        <p:txBody>
          <a:bodyPr/>
          <a:lstStyle/>
          <a:p>
            <a:r>
              <a:t>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10</a:t>
            </a:r>
          </a:p>
        </p:txBody>
      </p:sp>
      <p:sp>
        <p:nvSpPr>
          <p:cNvPr id="3" name="Content Placeholder 2"/>
          <p:cNvSpPr>
            <a:spLocks noGrp="1"/>
          </p:cNvSpPr>
          <p:nvPr>
            <p:ph idx="1"/>
          </p:nvPr>
        </p:nvSpPr>
        <p:spPr/>
        <p:txBody>
          <a:bodyPr/>
          <a:lstStyle/>
          <a:p>
            <a:r>
              <a:t>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11</a:t>
            </a:r>
          </a:p>
        </p:txBody>
      </p:sp>
      <p:sp>
        <p:nvSpPr>
          <p:cNvPr id="3" name="Content Placeholder 2"/>
          <p:cNvSpPr>
            <a:spLocks noGrp="1"/>
          </p:cNvSpPr>
          <p:nvPr>
            <p:ph idx="1"/>
          </p:nvPr>
        </p:nvSpPr>
        <p:spPr/>
        <p:txBody>
          <a:bodyPr/>
          <a:lstStyle/>
          <a:p>
            <a:r>
              <a:t>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12</a:t>
            </a:r>
          </a:p>
        </p:txBody>
      </p:sp>
      <p:sp>
        <p:nvSpPr>
          <p:cNvPr id="3" name="Content Placeholder 2"/>
          <p:cNvSpPr>
            <a:spLocks noGrp="1"/>
          </p:cNvSpPr>
          <p:nvPr>
            <p:ph idx="1"/>
          </p:nvPr>
        </p:nvSpPr>
        <p:spPr/>
        <p:txBody>
          <a:bodyPr/>
          <a:lstStyle/>
          <a:p>
            <a:r>
              <a:t>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13</a:t>
            </a:r>
          </a:p>
        </p:txBody>
      </p:sp>
      <p:sp>
        <p:nvSpPr>
          <p:cNvPr id="3" name="Content Placeholder 2"/>
          <p:cNvSpPr>
            <a:spLocks noGrp="1"/>
          </p:cNvSpPr>
          <p:nvPr>
            <p:ph idx="1"/>
          </p:nvPr>
        </p:nvSpPr>
        <p:spPr/>
        <p:txBody>
          <a:bodyPr/>
          <a:lstStyle/>
          <a:p>
            <a:r>
              <a:t>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14</a:t>
            </a:r>
          </a:p>
        </p:txBody>
      </p:sp>
      <p:sp>
        <p:nvSpPr>
          <p:cNvPr id="3" name="Content Placeholder 2"/>
          <p:cNvSpPr>
            <a:spLocks noGrp="1"/>
          </p:cNvSpPr>
          <p:nvPr>
            <p:ph idx="1"/>
          </p:nvPr>
        </p:nvSpPr>
        <p:spPr/>
        <p:txBody>
          <a:bodyPr/>
          <a:lstStyle/>
          <a:p>
            <a:r>
              <a:t>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15</a:t>
            </a:r>
          </a:p>
        </p:txBody>
      </p:sp>
      <p:sp>
        <p:nvSpPr>
          <p:cNvPr id="3" name="Content Placeholder 2"/>
          <p:cNvSpPr>
            <a:spLocks noGrp="1"/>
          </p:cNvSpPr>
          <p:nvPr>
            <p:ph idx="1"/>
          </p:nvPr>
        </p:nvSpPr>
        <p:spPr/>
        <p:txBody>
          <a:bodyPr/>
          <a:lstStyle/>
          <a:p>
            <a:r>
              <a:t>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16</a:t>
            </a:r>
          </a:p>
        </p:txBody>
      </p:sp>
      <p:sp>
        <p:nvSpPr>
          <p:cNvPr id="3" name="Content Placeholder 2"/>
          <p:cNvSpPr>
            <a:spLocks noGrp="1"/>
          </p:cNvSpPr>
          <p:nvPr>
            <p:ph idx="1"/>
          </p:nvPr>
        </p:nvSpPr>
        <p:spPr/>
        <p:txBody>
          <a:bodyPr/>
          <a:lstStyle/>
          <a:p>
            <a:r>
              <a:t>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17</a:t>
            </a:r>
          </a:p>
        </p:txBody>
      </p:sp>
      <p:sp>
        <p:nvSpPr>
          <p:cNvPr id="3" name="Content Placeholder 2"/>
          <p:cNvSpPr>
            <a:spLocks noGrp="1"/>
          </p:cNvSpPr>
          <p:nvPr>
            <p:ph idx="1"/>
          </p:nvPr>
        </p:nvSpPr>
        <p:spPr/>
        <p:txBody>
          <a:bodyPr/>
          <a:lstStyle/>
          <a:p>
            <a:r>
              <a:t>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18</a:t>
            </a:r>
          </a:p>
        </p:txBody>
      </p:sp>
      <p:sp>
        <p:nvSpPr>
          <p:cNvPr id="3" name="Content Placeholder 2"/>
          <p:cNvSpPr>
            <a:spLocks noGrp="1"/>
          </p:cNvSpPr>
          <p:nvPr>
            <p:ph idx="1"/>
          </p:nvPr>
        </p:nvSpPr>
        <p:spPr/>
        <p:txBody>
          <a:bodyPr/>
          <a:lstStyle/>
          <a:p>
            <a:r>
              <a:t>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19</a:t>
            </a:r>
          </a:p>
        </p:txBody>
      </p:sp>
      <p:sp>
        <p:nvSpPr>
          <p:cNvPr id="3" name="Content Placeholder 2"/>
          <p:cNvSpPr>
            <a:spLocks noGrp="1"/>
          </p:cNvSpPr>
          <p:nvPr>
            <p:ph idx="1"/>
          </p:nvPr>
        </p:nvSpPr>
        <p:spPr/>
        <p:txBody>
          <a:bodyPr/>
          <a:lstStyle/>
          <a:p>
            <a:r>
              <a:t>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20</a:t>
            </a:r>
          </a:p>
        </p:txBody>
      </p:sp>
      <p:sp>
        <p:nvSpPr>
          <p:cNvPr id="3" name="Content Placeholder 2"/>
          <p:cNvSpPr>
            <a:spLocks noGrp="1"/>
          </p:cNvSpPr>
          <p:nvPr>
            <p:ph idx="1"/>
          </p:nvPr>
        </p:nvSpPr>
        <p:spPr/>
        <p:txBody>
          <a:bodyPr/>
          <a:lstStyle/>
          <a:p>
            <a:r>
              <a:t>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21</a:t>
            </a:r>
          </a:p>
        </p:txBody>
      </p:sp>
      <p:sp>
        <p:nvSpPr>
          <p:cNvPr id="3" name="Content Placeholder 2"/>
          <p:cNvSpPr>
            <a:spLocks noGrp="1"/>
          </p:cNvSpPr>
          <p:nvPr>
            <p:ph idx="1"/>
          </p:nvPr>
        </p:nvSpPr>
        <p:spPr/>
        <p:txBody>
          <a:bodyPr/>
          <a:lstStyle/>
          <a:p>
            <a:r>
              <a:t>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22</a:t>
            </a:r>
          </a:p>
        </p:txBody>
      </p:sp>
      <p:sp>
        <p:nvSpPr>
          <p:cNvPr id="3" name="Content Placeholder 2"/>
          <p:cNvSpPr>
            <a:spLocks noGrp="1"/>
          </p:cNvSpPr>
          <p:nvPr>
            <p:ph idx="1"/>
          </p:nvPr>
        </p:nvSpPr>
        <p:spPr/>
        <p:txBody>
          <a:bodyPr/>
          <a:lstStyle/>
          <a:p>
            <a:r>
              <a:t>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23</a:t>
            </a:r>
          </a:p>
        </p:txBody>
      </p:sp>
      <p:sp>
        <p:nvSpPr>
          <p:cNvPr id="3" name="Content Placeholder 2"/>
          <p:cNvSpPr>
            <a:spLocks noGrp="1"/>
          </p:cNvSpPr>
          <p:nvPr>
            <p:ph idx="1"/>
          </p:nvPr>
        </p:nvSpPr>
        <p:spPr/>
        <p:txBody>
          <a:bodyPr/>
          <a:lstStyle/>
          <a:p>
            <a:r>
              <a:t>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24</a:t>
            </a:r>
          </a:p>
        </p:txBody>
      </p:sp>
      <p:sp>
        <p:nvSpPr>
          <p:cNvPr id="3" name="Content Placeholder 2"/>
          <p:cNvSpPr>
            <a:spLocks noGrp="1"/>
          </p:cNvSpPr>
          <p:nvPr>
            <p:ph idx="1"/>
          </p:nvPr>
        </p:nvSpPr>
        <p:spPr/>
        <p:txBody>
          <a:bodyPr/>
          <a:lstStyle/>
          <a:p>
            <a:r>
              <a:t>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25</a:t>
            </a:r>
          </a:p>
        </p:txBody>
      </p:sp>
      <p:sp>
        <p:nvSpPr>
          <p:cNvPr id="3" name="Content Placeholder 2"/>
          <p:cNvSpPr>
            <a:spLocks noGrp="1"/>
          </p:cNvSpPr>
          <p:nvPr>
            <p:ph idx="1"/>
          </p:nvPr>
        </p:nvSpPr>
        <p:spPr/>
        <p:txBody>
          <a:bodyPr/>
          <a:lstStyle/>
          <a:p>
            <a:r>
              <a:t>.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26</a:t>
            </a:r>
          </a:p>
        </p:txBody>
      </p:sp>
      <p:sp>
        <p:nvSpPr>
          <p:cNvPr id="3" name="Content Placeholder 2"/>
          <p:cNvSpPr>
            <a:spLocks noGrp="1"/>
          </p:cNvSpPr>
          <p:nvPr>
            <p:ph idx="1"/>
          </p:nvPr>
        </p:nvSpPr>
        <p:spPr/>
        <p:txBody>
          <a:bodyPr/>
          <a:lstStyle/>
          <a:p>
            <a:r>
              <a:t>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27</a:t>
            </a:r>
          </a:p>
        </p:txBody>
      </p:sp>
      <p:sp>
        <p:nvSpPr>
          <p:cNvPr id="3" name="Content Placeholder 2"/>
          <p:cNvSpPr>
            <a:spLocks noGrp="1"/>
          </p:cNvSpPr>
          <p:nvPr>
            <p:ph idx="1"/>
          </p:nvPr>
        </p:nvSpPr>
        <p:spPr/>
        <p:txBody>
          <a:bodyPr/>
          <a:lstStyle/>
          <a:p>
            <a:r>
              <a:t>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28</a:t>
            </a:r>
          </a:p>
        </p:txBody>
      </p:sp>
      <p:sp>
        <p:nvSpPr>
          <p:cNvPr id="3" name="Content Placeholder 2"/>
          <p:cNvSpPr>
            <a:spLocks noGrp="1"/>
          </p:cNvSpPr>
          <p:nvPr>
            <p:ph idx="1"/>
          </p:nvPr>
        </p:nvSpPr>
        <p:spPr/>
        <p:txBody>
          <a:bodyPr/>
          <a:lstStyle/>
          <a:p>
            <a:r>
              <a:t>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29</a:t>
            </a:r>
          </a:p>
        </p:txBody>
      </p:sp>
      <p:sp>
        <p:nvSpPr>
          <p:cNvPr id="3" name="Content Placeholder 2"/>
          <p:cNvSpPr>
            <a:spLocks noGrp="1"/>
          </p:cNvSpPr>
          <p:nvPr>
            <p:ph idx="1"/>
          </p:nvPr>
        </p:nvSpPr>
        <p:spPr/>
        <p:txBody>
          <a:bodyPr/>
          <a:lstStyle/>
          <a:p>
            <a:r>
              <a:t>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30</a:t>
            </a:r>
          </a:p>
        </p:txBody>
      </p:sp>
      <p:sp>
        <p:nvSpPr>
          <p:cNvPr id="3" name="Content Placeholder 2"/>
          <p:cNvSpPr>
            <a:spLocks noGrp="1"/>
          </p:cNvSpPr>
          <p:nvPr>
            <p:ph idx="1"/>
          </p:nvPr>
        </p:nvSpPr>
        <p:spPr/>
        <p:txBody>
          <a:bodyPr/>
          <a:lstStyle/>
          <a:p>
            <a:r>
              <a:t>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31</a:t>
            </a:r>
          </a:p>
        </p:txBody>
      </p:sp>
      <p:sp>
        <p:nvSpPr>
          <p:cNvPr id="3" name="Content Placeholder 2"/>
          <p:cNvSpPr>
            <a:spLocks noGrp="1"/>
          </p:cNvSpPr>
          <p:nvPr>
            <p:ph idx="1"/>
          </p:nvPr>
        </p:nvSpPr>
        <p:spPr/>
        <p:txBody>
          <a:bodyPr/>
          <a:lstStyle/>
          <a:p>
            <a:r>
              <a:t>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32</a:t>
            </a:r>
          </a:p>
        </p:txBody>
      </p:sp>
      <p:sp>
        <p:nvSpPr>
          <p:cNvPr id="3" name="Content Placeholder 2"/>
          <p:cNvSpPr>
            <a:spLocks noGrp="1"/>
          </p:cNvSpPr>
          <p:nvPr>
            <p:ph idx="1"/>
          </p:nvPr>
        </p:nvSpPr>
        <p:spPr/>
        <p:txBody>
          <a:bodyPr/>
          <a:lstStyle/>
          <a:p>
            <a:r>
              <a:t>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33</a:t>
            </a:r>
          </a:p>
        </p:txBody>
      </p:sp>
      <p:sp>
        <p:nvSpPr>
          <p:cNvPr id="3" name="Content Placeholder 2"/>
          <p:cNvSpPr>
            <a:spLocks noGrp="1"/>
          </p:cNvSpPr>
          <p:nvPr>
            <p:ph idx="1"/>
          </p:nvPr>
        </p:nvSpPr>
        <p:spPr/>
        <p:txBody>
          <a:bodyPr/>
          <a:lstStyle/>
          <a:p>
            <a:r>
              <a:t>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34</a:t>
            </a:r>
          </a:p>
        </p:txBody>
      </p:sp>
      <p:sp>
        <p:nvSpPr>
          <p:cNvPr id="3" name="Content Placeholder 2"/>
          <p:cNvSpPr>
            <a:spLocks noGrp="1"/>
          </p:cNvSpPr>
          <p:nvPr>
            <p:ph idx="1"/>
          </p:nvPr>
        </p:nvSpPr>
        <p:spPr/>
        <p:txBody>
          <a:bodyPr/>
          <a:lstStyle/>
          <a:p>
            <a:r>
              <a:t>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35</a:t>
            </a:r>
          </a:p>
        </p:txBody>
      </p:sp>
      <p:sp>
        <p:nvSpPr>
          <p:cNvPr id="3" name="Content Placeholder 2"/>
          <p:cNvSpPr>
            <a:spLocks noGrp="1"/>
          </p:cNvSpPr>
          <p:nvPr>
            <p:ph idx="1"/>
          </p:nvPr>
        </p:nvSpPr>
        <p:spPr/>
        <p:txBody>
          <a:bodyPr/>
          <a:lstStyle/>
          <a:p>
            <a:r>
              <a:t>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36</a:t>
            </a:r>
          </a:p>
        </p:txBody>
      </p:sp>
      <p:sp>
        <p:nvSpPr>
          <p:cNvPr id="3" name="Content Placeholder 2"/>
          <p:cNvSpPr>
            <a:spLocks noGrp="1"/>
          </p:cNvSpPr>
          <p:nvPr>
            <p:ph idx="1"/>
          </p:nvPr>
        </p:nvSpPr>
        <p:spPr/>
        <p:txBody>
          <a:bodyPr/>
          <a:lstStyle/>
          <a:p>
            <a:r>
              <a:t>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37</a:t>
            </a:r>
          </a:p>
        </p:txBody>
      </p:sp>
      <p:sp>
        <p:nvSpPr>
          <p:cNvPr id="3" name="Content Placeholder 2"/>
          <p:cNvSpPr>
            <a:spLocks noGrp="1"/>
          </p:cNvSpPr>
          <p:nvPr>
            <p:ph idx="1"/>
          </p:nvPr>
        </p:nvSpPr>
        <p:spPr/>
        <p:txBody>
          <a:bodyPr/>
          <a:lstStyle/>
          <a:p>
            <a:r>
              <a:t>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38</a:t>
            </a:r>
          </a:p>
        </p:txBody>
      </p:sp>
      <p:sp>
        <p:nvSpPr>
          <p:cNvPr id="3" name="Content Placeholder 2"/>
          <p:cNvSpPr>
            <a:spLocks noGrp="1"/>
          </p:cNvSpPr>
          <p:nvPr>
            <p:ph idx="1"/>
          </p:nvPr>
        </p:nvSpPr>
        <p:spPr/>
        <p:txBody>
          <a:bodyPr/>
          <a:lstStyle/>
          <a:p>
            <a:r>
              <a:t>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39</a:t>
            </a:r>
          </a:p>
        </p:txBody>
      </p:sp>
      <p:sp>
        <p:nvSpPr>
          <p:cNvPr id="3" name="Content Placeholder 2"/>
          <p:cNvSpPr>
            <a:spLocks noGrp="1"/>
          </p:cNvSpPr>
          <p:nvPr>
            <p:ph idx="1"/>
          </p:nvPr>
        </p:nvSpPr>
        <p:spPr/>
        <p:txBody>
          <a:bodyPr/>
          <a:lstStyle/>
          <a:p>
            <a:r>
              <a:t>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40</a:t>
            </a:r>
          </a:p>
        </p:txBody>
      </p:sp>
      <p:sp>
        <p:nvSpPr>
          <p:cNvPr id="3" name="Content Placeholder 2"/>
          <p:cNvSpPr>
            <a:spLocks noGrp="1"/>
          </p:cNvSpPr>
          <p:nvPr>
            <p:ph idx="1"/>
          </p:nvPr>
        </p:nvSpPr>
        <p:spPr/>
        <p:txBody>
          <a:bodyPr/>
          <a:lstStyle/>
          <a:p>
            <a:r>
              <a:t>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41</a:t>
            </a:r>
          </a:p>
        </p:txBody>
      </p:sp>
      <p:sp>
        <p:nvSpPr>
          <p:cNvPr id="3" name="Content Placeholder 2"/>
          <p:cNvSpPr>
            <a:spLocks noGrp="1"/>
          </p:cNvSpPr>
          <p:nvPr>
            <p:ph idx="1"/>
          </p:nvPr>
        </p:nvSpPr>
        <p:spPr/>
        <p:txBody>
          <a:bodyPr/>
          <a:lstStyle/>
          <a:p>
            <a:r>
              <a:t>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42</a:t>
            </a:r>
          </a:p>
        </p:txBody>
      </p:sp>
      <p:sp>
        <p:nvSpPr>
          <p:cNvPr id="3" name="Content Placeholder 2"/>
          <p:cNvSpPr>
            <a:spLocks noGrp="1"/>
          </p:cNvSpPr>
          <p:nvPr>
            <p:ph idx="1"/>
          </p:nvPr>
        </p:nvSpPr>
        <p:spPr/>
        <p:txBody>
          <a:bodyPr/>
          <a:lstStyle/>
          <a:p>
            <a:r>
              <a:t>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43</a:t>
            </a:r>
          </a:p>
        </p:txBody>
      </p:sp>
      <p:sp>
        <p:nvSpPr>
          <p:cNvPr id="3" name="Content Placeholder 2"/>
          <p:cNvSpPr>
            <a:spLocks noGrp="1"/>
          </p:cNvSpPr>
          <p:nvPr>
            <p:ph idx="1"/>
          </p:nvPr>
        </p:nvSpPr>
        <p:spPr/>
        <p:txBody>
          <a:bodyPr/>
          <a:lstStyle/>
          <a:p>
            <a:r>
              <a:t>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44</a:t>
            </a:r>
          </a:p>
        </p:txBody>
      </p:sp>
      <p:sp>
        <p:nvSpPr>
          <p:cNvPr id="3" name="Content Placeholder 2"/>
          <p:cNvSpPr>
            <a:spLocks noGrp="1"/>
          </p:cNvSpPr>
          <p:nvPr>
            <p:ph idx="1"/>
          </p:nvPr>
        </p:nvSpPr>
        <p:spPr/>
        <p:txBody>
          <a:bodyPr/>
          <a:lstStyle/>
          <a:p>
            <a:r>
              <a:t>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45</a:t>
            </a:r>
          </a:p>
        </p:txBody>
      </p:sp>
      <p:sp>
        <p:nvSpPr>
          <p:cNvPr id="3" name="Content Placeholder 2"/>
          <p:cNvSpPr>
            <a:spLocks noGrp="1"/>
          </p:cNvSpPr>
          <p:nvPr>
            <p:ph idx="1"/>
          </p:nvPr>
        </p:nvSpPr>
        <p:spPr/>
        <p:txBody>
          <a:bodyPr/>
          <a:lstStyle/>
          <a:p>
            <a:r>
              <a:t>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46</a:t>
            </a:r>
          </a:p>
        </p:txBody>
      </p:sp>
      <p:sp>
        <p:nvSpPr>
          <p:cNvPr id="3" name="Content Placeholder 2"/>
          <p:cNvSpPr>
            <a:spLocks noGrp="1"/>
          </p:cNvSpPr>
          <p:nvPr>
            <p:ph idx="1"/>
          </p:nvPr>
        </p:nvSpPr>
        <p:spPr/>
        <p:txBody>
          <a:bodyPr/>
          <a:lstStyle/>
          <a:p>
            <a:r>
              <a:t>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47</a:t>
            </a:r>
          </a:p>
        </p:txBody>
      </p:sp>
      <p:sp>
        <p:nvSpPr>
          <p:cNvPr id="3" name="Content Placeholder 2"/>
          <p:cNvSpPr>
            <a:spLocks noGrp="1"/>
          </p:cNvSpPr>
          <p:nvPr>
            <p:ph idx="1"/>
          </p:nvPr>
        </p:nvSpPr>
        <p:spPr/>
        <p:txBody>
          <a:bodyPr/>
          <a:lstStyle/>
          <a:p>
            <a:r>
              <a:t>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48</a:t>
            </a:r>
          </a:p>
        </p:txBody>
      </p:sp>
      <p:sp>
        <p:nvSpPr>
          <p:cNvPr id="3" name="Content Placeholder 2"/>
          <p:cNvSpPr>
            <a:spLocks noGrp="1"/>
          </p:cNvSpPr>
          <p:nvPr>
            <p:ph idx="1"/>
          </p:nvPr>
        </p:nvSpPr>
        <p:spPr/>
        <p:txBody>
          <a:bodyPr/>
          <a:lstStyle/>
          <a:p>
            <a:r>
              <a:t>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49</a:t>
            </a:r>
          </a:p>
        </p:txBody>
      </p:sp>
      <p:sp>
        <p:nvSpPr>
          <p:cNvPr id="3" name="Content Placeholder 2"/>
          <p:cNvSpPr>
            <a:spLocks noGrp="1"/>
          </p:cNvSpPr>
          <p:nvPr>
            <p:ph idx="1"/>
          </p:nvPr>
        </p:nvSpPr>
        <p:spPr/>
        <p:txBody>
          <a:bodyPr/>
          <a:lstStyle/>
          <a:p>
            <a:r>
              <a:t>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50</a:t>
            </a:r>
          </a:p>
        </p:txBody>
      </p:sp>
      <p:sp>
        <p:nvSpPr>
          <p:cNvPr id="3" name="Content Placeholder 2"/>
          <p:cNvSpPr>
            <a:spLocks noGrp="1"/>
          </p:cNvSpPr>
          <p:nvPr>
            <p:ph idx="1"/>
          </p:nvPr>
        </p:nvSpPr>
        <p:spPr/>
        <p:txBody>
          <a:bodyPr/>
          <a:lstStyle/>
          <a:p>
            <a:r>
              <a:t>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51</a:t>
            </a:r>
          </a:p>
        </p:txBody>
      </p:sp>
      <p:sp>
        <p:nvSpPr>
          <p:cNvPr id="3" name="Content Placeholder 2"/>
          <p:cNvSpPr>
            <a:spLocks noGrp="1"/>
          </p:cNvSpPr>
          <p:nvPr>
            <p:ph idx="1"/>
          </p:nvPr>
        </p:nvSpPr>
        <p:spPr/>
        <p:txBody>
          <a:bodyPr/>
          <a:lstStyle/>
          <a:p>
            <a:r>
              <a:t>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52</a:t>
            </a:r>
          </a:p>
        </p:txBody>
      </p:sp>
      <p:sp>
        <p:nvSpPr>
          <p:cNvPr id="3" name="Content Placeholder 2"/>
          <p:cNvSpPr>
            <a:spLocks noGrp="1"/>
          </p:cNvSpPr>
          <p:nvPr>
            <p:ph idx="1"/>
          </p:nvPr>
        </p:nvSpPr>
        <p:spPr/>
        <p:txBody>
          <a:bodyPr/>
          <a:lstStyle/>
          <a:p>
            <a:r>
              <a:t>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53</a:t>
            </a:r>
          </a:p>
        </p:txBody>
      </p:sp>
      <p:sp>
        <p:nvSpPr>
          <p:cNvPr id="3" name="Content Placeholder 2"/>
          <p:cNvSpPr>
            <a:spLocks noGrp="1"/>
          </p:cNvSpPr>
          <p:nvPr>
            <p:ph idx="1"/>
          </p:nvPr>
        </p:nvSpPr>
        <p:spPr/>
        <p:txBody>
          <a:bodyPr/>
          <a:lstStyle/>
          <a:p>
            <a:r>
              <a:t>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54</a:t>
            </a:r>
          </a:p>
        </p:txBody>
      </p:sp>
      <p:sp>
        <p:nvSpPr>
          <p:cNvPr id="3" name="Content Placeholder 2"/>
          <p:cNvSpPr>
            <a:spLocks noGrp="1"/>
          </p:cNvSpPr>
          <p:nvPr>
            <p:ph idx="1"/>
          </p:nvPr>
        </p:nvSpPr>
        <p:spPr/>
        <p:txBody>
          <a:bodyPr/>
          <a:lstStyle/>
          <a:p>
            <a:r>
              <a:t>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55</a:t>
            </a:r>
          </a:p>
        </p:txBody>
      </p:sp>
      <p:sp>
        <p:nvSpPr>
          <p:cNvPr id="3" name="Content Placeholder 2"/>
          <p:cNvSpPr>
            <a:spLocks noGrp="1"/>
          </p:cNvSpPr>
          <p:nvPr>
            <p:ph idx="1"/>
          </p:nvPr>
        </p:nvSpPr>
        <p:spPr/>
        <p:txBody>
          <a:bodyPr/>
          <a:lstStyle/>
          <a:p>
            <a:r>
              <a:t>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56</a:t>
            </a:r>
          </a:p>
        </p:txBody>
      </p:sp>
      <p:sp>
        <p:nvSpPr>
          <p:cNvPr id="3" name="Content Placeholder 2"/>
          <p:cNvSpPr>
            <a:spLocks noGrp="1"/>
          </p:cNvSpPr>
          <p:nvPr>
            <p:ph idx="1"/>
          </p:nvPr>
        </p:nvSpPr>
        <p:spPr/>
        <p:txBody>
          <a:bodyPr/>
          <a:lstStyle/>
          <a:p>
            <a:r>
              <a:t>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57</a:t>
            </a:r>
          </a:p>
        </p:txBody>
      </p:sp>
      <p:sp>
        <p:nvSpPr>
          <p:cNvPr id="3" name="Content Placeholder 2"/>
          <p:cNvSpPr>
            <a:spLocks noGrp="1"/>
          </p:cNvSpPr>
          <p:nvPr>
            <p:ph idx="1"/>
          </p:nvPr>
        </p:nvSpPr>
        <p:spPr/>
        <p:txBody>
          <a:bodyPr/>
          <a:lstStyle/>
          <a:p>
            <a:r>
              <a:t>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58</a:t>
            </a:r>
          </a:p>
        </p:txBody>
      </p:sp>
      <p:sp>
        <p:nvSpPr>
          <p:cNvPr id="3" name="Content Placeholder 2"/>
          <p:cNvSpPr>
            <a:spLocks noGrp="1"/>
          </p:cNvSpPr>
          <p:nvPr>
            <p:ph idx="1"/>
          </p:nvPr>
        </p:nvSpPr>
        <p:spPr/>
        <p:txBody>
          <a:bodyPr/>
          <a:lstStyle/>
          <a:p>
            <a:r>
              <a:t>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59</a:t>
            </a:r>
          </a:p>
        </p:txBody>
      </p:sp>
      <p:sp>
        <p:nvSpPr>
          <p:cNvPr id="3" name="Content Placeholder 2"/>
          <p:cNvSpPr>
            <a:spLocks noGrp="1"/>
          </p:cNvSpPr>
          <p:nvPr>
            <p:ph idx="1"/>
          </p:nvPr>
        </p:nvSpPr>
        <p:spPr/>
        <p:txBody>
          <a:bodyPr/>
          <a:lstStyle/>
          <a:p>
            <a:r>
              <a:t>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60</a:t>
            </a:r>
          </a:p>
        </p:txBody>
      </p:sp>
      <p:sp>
        <p:nvSpPr>
          <p:cNvPr id="3" name="Content Placeholder 2"/>
          <p:cNvSpPr>
            <a:spLocks noGrp="1"/>
          </p:cNvSpPr>
          <p:nvPr>
            <p:ph idx="1"/>
          </p:nvPr>
        </p:nvSpPr>
        <p:spPr/>
        <p:txBody>
          <a:bodyPr/>
          <a:lstStyle/>
          <a:p>
            <a:r>
              <a:t>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61</a:t>
            </a:r>
          </a:p>
        </p:txBody>
      </p:sp>
      <p:sp>
        <p:nvSpPr>
          <p:cNvPr id="3" name="Content Placeholder 2"/>
          <p:cNvSpPr>
            <a:spLocks noGrp="1"/>
          </p:cNvSpPr>
          <p:nvPr>
            <p:ph idx="1"/>
          </p:nvPr>
        </p:nvSpPr>
        <p:spPr/>
        <p:txBody>
          <a:bodyPr/>
          <a:lstStyle/>
          <a:p>
            <a:r>
              <a:t>.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62</a:t>
            </a:r>
          </a:p>
        </p:txBody>
      </p:sp>
      <p:sp>
        <p:nvSpPr>
          <p:cNvPr id="3" name="Content Placeholder 2"/>
          <p:cNvSpPr>
            <a:spLocks noGrp="1"/>
          </p:cNvSpPr>
          <p:nvPr>
            <p:ph idx="1"/>
          </p:nvPr>
        </p:nvSpPr>
        <p:spPr/>
        <p:txBody>
          <a:bodyPr/>
          <a:lstStyle/>
          <a:p>
            <a:r>
              <a:t>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63</a:t>
            </a:r>
          </a:p>
        </p:txBody>
      </p:sp>
      <p:sp>
        <p:nvSpPr>
          <p:cNvPr id="3" name="Content Placeholder 2"/>
          <p:cNvSpPr>
            <a:spLocks noGrp="1"/>
          </p:cNvSpPr>
          <p:nvPr>
            <p:ph idx="1"/>
          </p:nvPr>
        </p:nvSpPr>
        <p:spPr/>
        <p:txBody>
          <a:bodyPr/>
          <a:lstStyle/>
          <a:p>
            <a:r>
              <a:t>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64</a:t>
            </a:r>
          </a:p>
        </p:txBody>
      </p:sp>
      <p:sp>
        <p:nvSpPr>
          <p:cNvPr id="3" name="Content Placeholder 2"/>
          <p:cNvSpPr>
            <a:spLocks noGrp="1"/>
          </p:cNvSpPr>
          <p:nvPr>
            <p:ph idx="1"/>
          </p:nvPr>
        </p:nvSpPr>
        <p:spPr/>
        <p:txBody>
          <a:bodyPr/>
          <a:lstStyle/>
          <a:p>
            <a:r>
              <a:t>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65</a:t>
            </a:r>
          </a:p>
        </p:txBody>
      </p:sp>
      <p:sp>
        <p:nvSpPr>
          <p:cNvPr id="3" name="Content Placeholder 2"/>
          <p:cNvSpPr>
            <a:spLocks noGrp="1"/>
          </p:cNvSpPr>
          <p:nvPr>
            <p:ph idx="1"/>
          </p:nvPr>
        </p:nvSpPr>
        <p:spPr/>
        <p:txBody>
          <a:bodyPr/>
          <a:lstStyle/>
          <a:p>
            <a:r>
              <a:t>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66</a:t>
            </a:r>
          </a:p>
        </p:txBody>
      </p:sp>
      <p:sp>
        <p:nvSpPr>
          <p:cNvPr id="3" name="Content Placeholder 2"/>
          <p:cNvSpPr>
            <a:spLocks noGrp="1"/>
          </p:cNvSpPr>
          <p:nvPr>
            <p:ph idx="1"/>
          </p:nvPr>
        </p:nvSpPr>
        <p:spPr/>
        <p:txBody>
          <a:bodyPr/>
          <a:lstStyle/>
          <a:p>
            <a:r>
              <a:t>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67</a:t>
            </a:r>
          </a:p>
        </p:txBody>
      </p:sp>
      <p:sp>
        <p:nvSpPr>
          <p:cNvPr id="3" name="Content Placeholder 2"/>
          <p:cNvSpPr>
            <a:spLocks noGrp="1"/>
          </p:cNvSpPr>
          <p:nvPr>
            <p:ph idx="1"/>
          </p:nvPr>
        </p:nvSpPr>
        <p:spPr/>
        <p:txBody>
          <a:bodyPr/>
          <a:lstStyle/>
          <a:p>
            <a:r>
              <a:t>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68</a:t>
            </a:r>
          </a:p>
        </p:txBody>
      </p:sp>
      <p:sp>
        <p:nvSpPr>
          <p:cNvPr id="3" name="Content Placeholder 2"/>
          <p:cNvSpPr>
            <a:spLocks noGrp="1"/>
          </p:cNvSpPr>
          <p:nvPr>
            <p:ph idx="1"/>
          </p:nvPr>
        </p:nvSpPr>
        <p:spPr/>
        <p:txBody>
          <a:bodyPr/>
          <a:lstStyle/>
          <a:p>
            <a:r>
              <a:t>.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69</a:t>
            </a:r>
          </a:p>
        </p:txBody>
      </p:sp>
      <p:sp>
        <p:nvSpPr>
          <p:cNvPr id="3" name="Content Placeholder 2"/>
          <p:cNvSpPr>
            <a:spLocks noGrp="1"/>
          </p:cNvSpPr>
          <p:nvPr>
            <p:ph idx="1"/>
          </p:nvPr>
        </p:nvSpPr>
        <p:spPr/>
        <p:txBody>
          <a:bodyPr/>
          <a:lstStyle/>
          <a:p>
            <a:r>
              <a:t>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70</a:t>
            </a:r>
          </a:p>
        </p:txBody>
      </p:sp>
      <p:sp>
        <p:nvSpPr>
          <p:cNvPr id="3" name="Content Placeholder 2"/>
          <p:cNvSpPr>
            <a:spLocks noGrp="1"/>
          </p:cNvSpPr>
          <p:nvPr>
            <p:ph idx="1"/>
          </p:nvPr>
        </p:nvSpPr>
        <p:spPr/>
        <p:txBody>
          <a:bodyPr/>
          <a:lstStyle/>
          <a:p>
            <a:r>
              <a:t>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71</a:t>
            </a:r>
          </a:p>
        </p:txBody>
      </p:sp>
      <p:sp>
        <p:nvSpPr>
          <p:cNvPr id="3" name="Content Placeholder 2"/>
          <p:cNvSpPr>
            <a:spLocks noGrp="1"/>
          </p:cNvSpPr>
          <p:nvPr>
            <p:ph idx="1"/>
          </p:nvPr>
        </p:nvSpPr>
        <p:spPr/>
        <p:txBody>
          <a:bodyPr/>
          <a:lstStyle/>
          <a:p>
            <a:r>
              <a:t>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72</a:t>
            </a:r>
          </a:p>
        </p:txBody>
      </p:sp>
      <p:sp>
        <p:nvSpPr>
          <p:cNvPr id="3" name="Content Placeholder 2"/>
          <p:cNvSpPr>
            <a:spLocks noGrp="1"/>
          </p:cNvSpPr>
          <p:nvPr>
            <p:ph idx="1"/>
          </p:nvPr>
        </p:nvSpPr>
        <p:spPr/>
        <p:txBody>
          <a:bodyPr/>
          <a:lstStyle/>
          <a:p>
            <a:r>
              <a:t>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73</a:t>
            </a:r>
          </a:p>
        </p:txBody>
      </p:sp>
      <p:sp>
        <p:nvSpPr>
          <p:cNvPr id="3" name="Content Placeholder 2"/>
          <p:cNvSpPr>
            <a:spLocks noGrp="1"/>
          </p:cNvSpPr>
          <p:nvPr>
            <p:ph idx="1"/>
          </p:nvPr>
        </p:nvSpPr>
        <p:spPr/>
        <p:txBody>
          <a:bodyPr/>
          <a:lstStyle/>
          <a:p>
            <a:r>
              <a:t>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74</a:t>
            </a:r>
          </a:p>
        </p:txBody>
      </p:sp>
      <p:sp>
        <p:nvSpPr>
          <p:cNvPr id="3" name="Content Placeholder 2"/>
          <p:cNvSpPr>
            <a:spLocks noGrp="1"/>
          </p:cNvSpPr>
          <p:nvPr>
            <p:ph idx="1"/>
          </p:nvPr>
        </p:nvSpPr>
        <p:spPr/>
        <p:txBody>
          <a:bodyPr/>
          <a:lstStyle/>
          <a:p>
            <a:r>
              <a:t>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75</a:t>
            </a:r>
          </a:p>
        </p:txBody>
      </p:sp>
      <p:sp>
        <p:nvSpPr>
          <p:cNvPr id="3" name="Content Placeholder 2"/>
          <p:cNvSpPr>
            <a:spLocks noGrp="1"/>
          </p:cNvSpPr>
          <p:nvPr>
            <p:ph idx="1"/>
          </p:nvPr>
        </p:nvSpPr>
        <p:spPr/>
        <p:txBody>
          <a:bodyPr/>
          <a:lstStyle/>
          <a:p>
            <a:r>
              <a:t>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76</a:t>
            </a:r>
          </a:p>
        </p:txBody>
      </p:sp>
      <p:sp>
        <p:nvSpPr>
          <p:cNvPr id="3" name="Content Placeholder 2"/>
          <p:cNvSpPr>
            <a:spLocks noGrp="1"/>
          </p:cNvSpPr>
          <p:nvPr>
            <p:ph idx="1"/>
          </p:nvPr>
        </p:nvSpPr>
        <p:spPr/>
        <p:txBody>
          <a:bodyPr/>
          <a:lstStyle/>
          <a:p>
            <a:r>
              <a:t>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77</a:t>
            </a:r>
          </a:p>
        </p:txBody>
      </p:sp>
      <p:sp>
        <p:nvSpPr>
          <p:cNvPr id="3" name="Content Placeholder 2"/>
          <p:cNvSpPr>
            <a:spLocks noGrp="1"/>
          </p:cNvSpPr>
          <p:nvPr>
            <p:ph idx="1"/>
          </p:nvPr>
        </p:nvSpPr>
        <p:spPr/>
        <p:txBody>
          <a:bodyPr/>
          <a:lstStyle/>
          <a:p>
            <a:r>
              <a:t>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a:t>
            </a: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78</a:t>
            </a:r>
          </a:p>
        </p:txBody>
      </p:sp>
      <p:sp>
        <p:nvSpPr>
          <p:cNvPr id="3" name="Content Placeholder 2"/>
          <p:cNvSpPr>
            <a:spLocks noGrp="1"/>
          </p:cNvSpPr>
          <p:nvPr>
            <p:ph idx="1"/>
          </p:nvPr>
        </p:nvSpPr>
        <p:spPr/>
        <p:txBody>
          <a:bodyPr/>
          <a:lstStyle/>
          <a:p>
            <a:r>
              <a:t>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a:t>
            </a:r>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79</a:t>
            </a:r>
          </a:p>
        </p:txBody>
      </p:sp>
      <p:sp>
        <p:nvSpPr>
          <p:cNvPr id="3" name="Content Placeholder 2"/>
          <p:cNvSpPr>
            <a:spLocks noGrp="1"/>
          </p:cNvSpPr>
          <p:nvPr>
            <p:ph idx="1"/>
          </p:nvPr>
        </p:nvSpPr>
        <p:spPr/>
        <p:txBody>
          <a:bodyPr/>
          <a:lstStyle/>
          <a:p>
            <a:r>
              <a:t>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a:t>
            </a:r>
          </a:p>
        </p:txBody>
      </p:sp>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80</a:t>
            </a:r>
          </a:p>
        </p:txBody>
      </p:sp>
      <p:sp>
        <p:nvSpPr>
          <p:cNvPr id="3" name="Content Placeholder 2"/>
          <p:cNvSpPr>
            <a:spLocks noGrp="1"/>
          </p:cNvSpPr>
          <p:nvPr>
            <p:ph idx="1"/>
          </p:nvPr>
        </p:nvSpPr>
        <p:spPr/>
        <p:txBody>
          <a:bodyPr/>
          <a:lstStyle/>
          <a:p>
            <a:r>
              <a:t>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a:t>
            </a:r>
          </a:p>
        </p:txBody>
      </p:sp>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81</a:t>
            </a:r>
          </a:p>
        </p:txBody>
      </p:sp>
      <p:sp>
        <p:nvSpPr>
          <p:cNvPr id="3" name="Content Placeholder 2"/>
          <p:cNvSpPr>
            <a:spLocks noGrp="1"/>
          </p:cNvSpPr>
          <p:nvPr>
            <p:ph idx="1"/>
          </p:nvPr>
        </p:nvSpPr>
        <p:spPr/>
        <p:txBody>
          <a:bodyPr/>
          <a:lstStyle/>
          <a:p>
            <a:r>
              <a:t>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a:t>
            </a:r>
          </a:p>
        </p:txBody>
      </p:sp>
    </p:spTree>
  </p:cSld>
  <p:clrMapOvr>
    <a:masterClrMapping/>
  </p:clrMapOvr>
</p:sld>
</file>

<file path=ppt/slides/slide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82</a:t>
            </a:r>
          </a:p>
        </p:txBody>
      </p:sp>
      <p:sp>
        <p:nvSpPr>
          <p:cNvPr id="3" name="Content Placeholder 2"/>
          <p:cNvSpPr>
            <a:spLocks noGrp="1"/>
          </p:cNvSpPr>
          <p:nvPr>
            <p:ph idx="1"/>
          </p:nvPr>
        </p:nvSpPr>
        <p:spPr/>
        <p:txBody>
          <a:bodyPr/>
          <a:lstStyle/>
          <a:p>
            <a:r>
              <a:t>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a:t>
            </a:r>
          </a:p>
        </p:txBody>
      </p:sp>
    </p:spTree>
  </p:cSld>
  <p:clrMapOvr>
    <a:masterClrMapping/>
  </p:clrMapOvr>
</p:sld>
</file>

<file path=ppt/slides/slide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83</a:t>
            </a:r>
          </a:p>
        </p:txBody>
      </p:sp>
      <p:sp>
        <p:nvSpPr>
          <p:cNvPr id="3" name="Content Placeholder 2"/>
          <p:cNvSpPr>
            <a:spLocks noGrp="1"/>
          </p:cNvSpPr>
          <p:nvPr>
            <p:ph idx="1"/>
          </p:nvPr>
        </p:nvSpPr>
        <p:spPr/>
        <p:txBody>
          <a:bodyPr/>
          <a:lstStyle/>
          <a:p>
            <a:r>
              <a:t>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a:t>
            </a:r>
          </a:p>
        </p:txBody>
      </p:sp>
    </p:spTree>
  </p:cSld>
  <p:clrMapOvr>
    <a:masterClrMapping/>
  </p:clrMapOvr>
</p:sld>
</file>

<file path=ppt/slides/slide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84</a:t>
            </a:r>
          </a:p>
        </p:txBody>
      </p:sp>
      <p:sp>
        <p:nvSpPr>
          <p:cNvPr id="3" name="Content Placeholder 2"/>
          <p:cNvSpPr>
            <a:spLocks noGrp="1"/>
          </p:cNvSpPr>
          <p:nvPr>
            <p:ph idx="1"/>
          </p:nvPr>
        </p:nvSpPr>
        <p:spPr/>
        <p:txBody>
          <a:bodyPr/>
          <a:lstStyle/>
          <a:p>
            <a:r>
              <a:t>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a:t>
            </a:r>
          </a:p>
        </p:txBody>
      </p:sp>
    </p:spTree>
  </p:cSld>
  <p:clrMapOvr>
    <a:masterClrMapping/>
  </p:clrMapOvr>
</p:sld>
</file>

<file path=ppt/slides/slide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85</a:t>
            </a:r>
          </a:p>
        </p:txBody>
      </p:sp>
      <p:sp>
        <p:nvSpPr>
          <p:cNvPr id="3" name="Content Placeholder 2"/>
          <p:cNvSpPr>
            <a:spLocks noGrp="1"/>
          </p:cNvSpPr>
          <p:nvPr>
            <p:ph idx="1"/>
          </p:nvPr>
        </p:nvSpPr>
        <p:spPr/>
        <p:txBody>
          <a:bodyPr/>
          <a:lstStyle/>
          <a:p>
            <a:r>
              <a:t>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a:t>
            </a:r>
          </a:p>
        </p:txBody>
      </p:sp>
    </p:spTree>
  </p:cSld>
  <p:clrMapOvr>
    <a:masterClrMapping/>
  </p:clrMapOvr>
</p:sld>
</file>

<file path=ppt/slides/slide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86</a:t>
            </a:r>
          </a:p>
        </p:txBody>
      </p:sp>
      <p:sp>
        <p:nvSpPr>
          <p:cNvPr id="3" name="Content Placeholder 2"/>
          <p:cNvSpPr>
            <a:spLocks noGrp="1"/>
          </p:cNvSpPr>
          <p:nvPr>
            <p:ph idx="1"/>
          </p:nvPr>
        </p:nvSpPr>
        <p:spPr/>
        <p:txBody>
          <a:bodyPr/>
          <a:lstStyle/>
          <a:p>
            <a:r>
              <a:t>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a:t>
            </a:r>
          </a:p>
        </p:txBody>
      </p:sp>
    </p:spTree>
  </p:cSld>
  <p:clrMapOvr>
    <a:masterClrMapping/>
  </p:clrMapOvr>
</p:sld>
</file>

<file path=ppt/slides/slide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87</a:t>
            </a:r>
          </a:p>
        </p:txBody>
      </p:sp>
      <p:sp>
        <p:nvSpPr>
          <p:cNvPr id="3" name="Content Placeholder 2"/>
          <p:cNvSpPr>
            <a:spLocks noGrp="1"/>
          </p:cNvSpPr>
          <p:nvPr>
            <p:ph idx="1"/>
          </p:nvPr>
        </p:nvSpPr>
        <p:spPr/>
        <p:txBody>
          <a:bodyPr/>
          <a:lstStyle/>
          <a:p>
            <a:r>
              <a:t>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a:t>
            </a:r>
          </a:p>
        </p:txBody>
      </p:sp>
    </p:spTree>
  </p:cSld>
  <p:clrMapOvr>
    <a:masterClrMapping/>
  </p:clrMapOvr>
</p:sld>
</file>

<file path=ppt/slides/slide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88</a:t>
            </a:r>
          </a:p>
        </p:txBody>
      </p:sp>
      <p:sp>
        <p:nvSpPr>
          <p:cNvPr id="3" name="Content Placeholder 2"/>
          <p:cNvSpPr>
            <a:spLocks noGrp="1"/>
          </p:cNvSpPr>
          <p:nvPr>
            <p:ph idx="1"/>
          </p:nvPr>
        </p:nvSpPr>
        <p:spPr/>
        <p:txBody>
          <a:bodyPr/>
          <a:lstStyle/>
          <a:p>
            <a:r>
              <a:t>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a:t>
            </a:r>
          </a:p>
        </p:txBody>
      </p:sp>
    </p:spTree>
  </p:cSld>
  <p:clrMapOvr>
    <a:masterClrMapping/>
  </p:clrMapOvr>
</p:sld>
</file>

<file path=ppt/slides/slide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89</a:t>
            </a:r>
          </a:p>
        </p:txBody>
      </p:sp>
      <p:sp>
        <p:nvSpPr>
          <p:cNvPr id="3" name="Content Placeholder 2"/>
          <p:cNvSpPr>
            <a:spLocks noGrp="1"/>
          </p:cNvSpPr>
          <p:nvPr>
            <p:ph idx="1"/>
          </p:nvPr>
        </p:nvSpPr>
        <p:spPr/>
        <p:txBody>
          <a:bodyPr/>
          <a:lstStyle/>
          <a:p>
            <a:r>
              <a:t>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a:t>
            </a:r>
          </a:p>
        </p:txBody>
      </p:sp>
    </p:spTree>
  </p:cSld>
  <p:clrMapOvr>
    <a:masterClrMapping/>
  </p:clrMapOvr>
</p:sld>
</file>

<file path=ppt/slides/slide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90</a:t>
            </a:r>
          </a:p>
        </p:txBody>
      </p:sp>
      <p:sp>
        <p:nvSpPr>
          <p:cNvPr id="3" name="Content Placeholder 2"/>
          <p:cNvSpPr>
            <a:spLocks noGrp="1"/>
          </p:cNvSpPr>
          <p:nvPr>
            <p:ph idx="1"/>
          </p:nvPr>
        </p:nvSpPr>
        <p:spPr/>
        <p:txBody>
          <a:bodyPr/>
          <a:lstStyle/>
          <a:p>
            <a:r>
              <a:t>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a:t>
            </a:r>
          </a:p>
        </p:txBody>
      </p:sp>
    </p:spTree>
  </p:cSld>
  <p:clrMapOvr>
    <a:masterClrMapping/>
  </p:clrMapOvr>
</p:sld>
</file>

<file path=ppt/slides/slide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91</a:t>
            </a:r>
          </a:p>
        </p:txBody>
      </p:sp>
      <p:sp>
        <p:nvSpPr>
          <p:cNvPr id="3" name="Content Placeholder 2"/>
          <p:cNvSpPr>
            <a:spLocks noGrp="1"/>
          </p:cNvSpPr>
          <p:nvPr>
            <p:ph idx="1"/>
          </p:nvPr>
        </p:nvSpPr>
        <p:spPr/>
        <p:txBody>
          <a:bodyPr/>
          <a:lstStyle/>
          <a:p>
            <a:r>
              <a:t>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a:t>
            </a:r>
          </a:p>
        </p:txBody>
      </p:sp>
    </p:spTree>
  </p:cSld>
  <p:clrMapOvr>
    <a:masterClrMapping/>
  </p:clrMapOvr>
</p:sld>
</file>

<file path=ppt/slides/slide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92</a:t>
            </a:r>
          </a:p>
        </p:txBody>
      </p:sp>
      <p:sp>
        <p:nvSpPr>
          <p:cNvPr id="3" name="Content Placeholder 2"/>
          <p:cNvSpPr>
            <a:spLocks noGrp="1"/>
          </p:cNvSpPr>
          <p:nvPr>
            <p:ph idx="1"/>
          </p:nvPr>
        </p:nvSpPr>
        <p:spPr/>
        <p:txBody>
          <a:bodyPr/>
          <a:lstStyle/>
          <a:p>
            <a:r>
              <a:t>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a:t>
            </a:r>
          </a:p>
        </p:txBody>
      </p:sp>
    </p:spTree>
  </p:cSld>
  <p:clrMapOvr>
    <a:masterClrMapping/>
  </p:clrMapOvr>
</p:sld>
</file>

<file path=ppt/slides/slide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93</a:t>
            </a:r>
          </a:p>
        </p:txBody>
      </p:sp>
      <p:sp>
        <p:nvSpPr>
          <p:cNvPr id="3" name="Content Placeholder 2"/>
          <p:cNvSpPr>
            <a:spLocks noGrp="1"/>
          </p:cNvSpPr>
          <p:nvPr>
            <p:ph idx="1"/>
          </p:nvPr>
        </p:nvSpPr>
        <p:spPr/>
        <p:txBody>
          <a:bodyPr/>
          <a:lstStyle/>
          <a:p>
            <a:r>
              <a:t>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a:t>
            </a:r>
          </a:p>
        </p:txBody>
      </p:sp>
    </p:spTree>
  </p:cSld>
  <p:clrMapOvr>
    <a:masterClrMapping/>
  </p:clrMapOvr>
</p:sld>
</file>

<file path=ppt/slides/slide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94</a:t>
            </a:r>
          </a:p>
        </p:txBody>
      </p:sp>
      <p:sp>
        <p:nvSpPr>
          <p:cNvPr id="3" name="Content Placeholder 2"/>
          <p:cNvSpPr>
            <a:spLocks noGrp="1"/>
          </p:cNvSpPr>
          <p:nvPr>
            <p:ph idx="1"/>
          </p:nvPr>
        </p:nvSpPr>
        <p:spPr/>
        <p:txBody>
          <a:bodyPr/>
          <a:lstStyle/>
          <a:p>
            <a:r>
              <a:t>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a:t>
            </a:r>
          </a:p>
        </p:txBody>
      </p:sp>
    </p:spTree>
  </p:cSld>
  <p:clrMapOvr>
    <a:masterClrMapping/>
  </p:clrMapOvr>
</p:sld>
</file>

<file path=ppt/slides/slide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95</a:t>
            </a:r>
          </a:p>
        </p:txBody>
      </p:sp>
      <p:sp>
        <p:nvSpPr>
          <p:cNvPr id="3" name="Content Placeholder 2"/>
          <p:cNvSpPr>
            <a:spLocks noGrp="1"/>
          </p:cNvSpPr>
          <p:nvPr>
            <p:ph idx="1"/>
          </p:nvPr>
        </p:nvSpPr>
        <p:spPr/>
        <p:txBody>
          <a:bodyPr/>
          <a:lstStyle/>
          <a:p>
            <a:r>
              <a:t>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a:t>
            </a:r>
          </a:p>
        </p:txBody>
      </p:sp>
    </p:spTree>
  </p:cSld>
  <p:clrMapOvr>
    <a:masterClrMapping/>
  </p:clrMapOvr>
</p:sld>
</file>

<file path=ppt/slides/slide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96</a:t>
            </a:r>
          </a:p>
        </p:txBody>
      </p:sp>
      <p:sp>
        <p:nvSpPr>
          <p:cNvPr id="3" name="Content Placeholder 2"/>
          <p:cNvSpPr>
            <a:spLocks noGrp="1"/>
          </p:cNvSpPr>
          <p:nvPr>
            <p:ph idx="1"/>
          </p:nvPr>
        </p:nvSpPr>
        <p:spPr/>
        <p:txBody>
          <a:bodyPr/>
          <a:lstStyle/>
          <a:p>
            <a:r>
              <a:t>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a:t>
            </a:r>
          </a:p>
        </p:txBody>
      </p:sp>
    </p:spTree>
  </p:cSld>
  <p:clrMapOvr>
    <a:masterClrMapping/>
  </p:clrMapOvr>
</p:sld>
</file>

<file path=ppt/slides/slide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97</a:t>
            </a:r>
          </a:p>
        </p:txBody>
      </p:sp>
      <p:sp>
        <p:nvSpPr>
          <p:cNvPr id="3" name="Content Placeholder 2"/>
          <p:cNvSpPr>
            <a:spLocks noGrp="1"/>
          </p:cNvSpPr>
          <p:nvPr>
            <p:ph idx="1"/>
          </p:nvPr>
        </p:nvSpPr>
        <p:spPr/>
        <p:txBody>
          <a:bodyPr/>
          <a:lstStyle/>
          <a:p>
            <a:r>
              <a:t>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a:t>
            </a:r>
          </a:p>
        </p:txBody>
      </p:sp>
    </p:spTree>
  </p:cSld>
  <p:clrMapOvr>
    <a:masterClrMapping/>
  </p:clrMapOvr>
</p:sld>
</file>

<file path=ppt/slides/slide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98</a:t>
            </a:r>
          </a:p>
        </p:txBody>
      </p:sp>
      <p:sp>
        <p:nvSpPr>
          <p:cNvPr id="3" name="Content Placeholder 2"/>
          <p:cNvSpPr>
            <a:spLocks noGrp="1"/>
          </p:cNvSpPr>
          <p:nvPr>
            <p:ph idx="1"/>
          </p:nvPr>
        </p:nvSpPr>
        <p:spPr/>
        <p:txBody>
          <a:bodyPr/>
          <a:lstStyle/>
          <a:p>
            <a:r>
              <a:t>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a:t>
            </a:r>
          </a:p>
        </p:txBody>
      </p:sp>
    </p:spTree>
  </p:cSld>
  <p:clrMapOvr>
    <a:masterClrMapping/>
  </p:clrMapOvr>
</p:sld>
</file>

<file path=ppt/slides/slide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99</a:t>
            </a:r>
          </a:p>
        </p:txBody>
      </p:sp>
      <p:sp>
        <p:nvSpPr>
          <p:cNvPr id="3" name="Content Placeholder 2"/>
          <p:cNvSpPr>
            <a:spLocks noGrp="1"/>
          </p:cNvSpPr>
          <p:nvPr>
            <p:ph idx="1"/>
          </p:nvPr>
        </p:nvSpPr>
        <p:spPr/>
        <p:txBody>
          <a:bodyPr/>
          <a:lstStyle/>
          <a:p>
            <a:r>
              <a:t>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a:t>
            </a:r>
          </a:p>
        </p:txBody>
      </p:sp>
    </p:spTree>
  </p:cSld>
  <p:clrMapOvr>
    <a:masterClrMapping/>
  </p:clrMapOvr>
</p:sld>
</file>

<file path=ppt/slides/slide1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100</a:t>
            </a:r>
          </a:p>
        </p:txBody>
      </p:sp>
      <p:sp>
        <p:nvSpPr>
          <p:cNvPr id="3" name="Content Placeholder 2"/>
          <p:cNvSpPr>
            <a:spLocks noGrp="1"/>
          </p:cNvSpPr>
          <p:nvPr>
            <p:ph idx="1"/>
          </p:nvPr>
        </p:nvSpPr>
        <p:spPr/>
        <p:txBody>
          <a:bodyPr/>
          <a:lstStyle/>
          <a:p>
            <a:r>
              <a:t>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a:t>
            </a:r>
          </a:p>
        </p:txBody>
      </p:sp>
    </p:spTree>
  </p:cSld>
  <p:clrMapOvr>
    <a:masterClrMapping/>
  </p:clrMapOvr>
</p:sld>
</file>

<file path=ppt/slides/slide1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101</a:t>
            </a:r>
          </a:p>
        </p:txBody>
      </p:sp>
      <p:sp>
        <p:nvSpPr>
          <p:cNvPr id="3" name="Content Placeholder 2"/>
          <p:cNvSpPr>
            <a:spLocks noGrp="1"/>
          </p:cNvSpPr>
          <p:nvPr>
            <p:ph idx="1"/>
          </p:nvPr>
        </p:nvSpPr>
        <p:spPr/>
        <p:txBody>
          <a:bodyPr/>
          <a:lstStyle/>
          <a:p>
            <a:r>
              <a:t>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a:t>
            </a:r>
          </a:p>
        </p:txBody>
      </p:sp>
    </p:spTree>
  </p:cSld>
  <p:clrMapOvr>
    <a:masterClrMapping/>
  </p:clrMapOvr>
</p:sld>
</file>

<file path=ppt/slides/slide1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102</a:t>
            </a:r>
          </a:p>
        </p:txBody>
      </p:sp>
      <p:sp>
        <p:nvSpPr>
          <p:cNvPr id="3" name="Content Placeholder 2"/>
          <p:cNvSpPr>
            <a:spLocks noGrp="1"/>
          </p:cNvSpPr>
          <p:nvPr>
            <p:ph idx="1"/>
          </p:nvPr>
        </p:nvSpPr>
        <p:spPr/>
        <p:txBody>
          <a:bodyPr/>
          <a:lstStyle/>
          <a:p>
            <a:r>
              <a:t>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a:t>
            </a:r>
          </a:p>
        </p:txBody>
      </p:sp>
    </p:spTree>
  </p:cSld>
  <p:clrMapOvr>
    <a:masterClrMapping/>
  </p:clrMapOvr>
</p:sld>
</file>

<file path=ppt/slides/slide1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103</a:t>
            </a:r>
          </a:p>
        </p:txBody>
      </p:sp>
      <p:sp>
        <p:nvSpPr>
          <p:cNvPr id="3" name="Content Placeholder 2"/>
          <p:cNvSpPr>
            <a:spLocks noGrp="1"/>
          </p:cNvSpPr>
          <p:nvPr>
            <p:ph idx="1"/>
          </p:nvPr>
        </p:nvSpPr>
        <p:spPr/>
        <p:txBody>
          <a:bodyPr/>
          <a:lstStyle/>
          <a:p>
            <a:r>
              <a:t>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a:t>
            </a:r>
          </a:p>
        </p:txBody>
      </p:sp>
    </p:spTree>
  </p:cSld>
  <p:clrMapOvr>
    <a:masterClrMapping/>
  </p:clrMapOvr>
</p:sld>
</file>

<file path=ppt/slides/slide1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104</a:t>
            </a:r>
          </a:p>
        </p:txBody>
      </p:sp>
      <p:sp>
        <p:nvSpPr>
          <p:cNvPr id="3" name="Content Placeholder 2"/>
          <p:cNvSpPr>
            <a:spLocks noGrp="1"/>
          </p:cNvSpPr>
          <p:nvPr>
            <p:ph idx="1"/>
          </p:nvPr>
        </p:nvSpPr>
        <p:spPr/>
        <p:txBody>
          <a:bodyPr/>
          <a:lstStyle/>
          <a:p>
            <a:r>
              <a:t>.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a:t>
            </a:r>
          </a:p>
        </p:txBody>
      </p:sp>
    </p:spTree>
  </p:cSld>
  <p:clrMapOvr>
    <a:masterClrMapping/>
  </p:clrMapOvr>
</p:sld>
</file>

<file path=ppt/slides/slide1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105</a:t>
            </a:r>
          </a:p>
        </p:txBody>
      </p:sp>
      <p:sp>
        <p:nvSpPr>
          <p:cNvPr id="3" name="Content Placeholder 2"/>
          <p:cNvSpPr>
            <a:spLocks noGrp="1"/>
          </p:cNvSpPr>
          <p:nvPr>
            <p:ph idx="1"/>
          </p:nvPr>
        </p:nvSpPr>
        <p:spPr/>
        <p:txBody>
          <a:bodyPr/>
          <a:lstStyle/>
          <a:p>
            <a:r>
              <a:t>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a:t>
            </a:r>
          </a:p>
        </p:txBody>
      </p:sp>
    </p:spTree>
  </p:cSld>
  <p:clrMapOvr>
    <a:masterClrMapping/>
  </p:clrMapOvr>
</p:sld>
</file>

<file path=ppt/slides/slide1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106</a:t>
            </a:r>
          </a:p>
        </p:txBody>
      </p:sp>
      <p:sp>
        <p:nvSpPr>
          <p:cNvPr id="3" name="Content Placeholder 2"/>
          <p:cNvSpPr>
            <a:spLocks noGrp="1"/>
          </p:cNvSpPr>
          <p:nvPr>
            <p:ph idx="1"/>
          </p:nvPr>
        </p:nvSpPr>
        <p:spPr/>
        <p:txBody>
          <a:bodyPr/>
          <a:lstStyle/>
          <a:p>
            <a:r>
              <a:t>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a:t>
            </a:r>
          </a:p>
        </p:txBody>
      </p:sp>
    </p:spTree>
  </p:cSld>
  <p:clrMapOvr>
    <a:masterClrMapping/>
  </p:clrMapOvr>
</p:sld>
</file>

<file path=ppt/slides/slide1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107</a:t>
            </a:r>
          </a:p>
        </p:txBody>
      </p:sp>
      <p:sp>
        <p:nvSpPr>
          <p:cNvPr id="3" name="Content Placeholder 2"/>
          <p:cNvSpPr>
            <a:spLocks noGrp="1"/>
          </p:cNvSpPr>
          <p:nvPr>
            <p:ph idx="1"/>
          </p:nvPr>
        </p:nvSpPr>
        <p:spPr/>
        <p:txBody>
          <a:bodyPr/>
          <a:lstStyle/>
          <a:p>
            <a:r>
              <a:t>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a:t>
            </a:r>
          </a:p>
        </p:txBody>
      </p:sp>
    </p:spTree>
  </p:cSld>
  <p:clrMapOvr>
    <a:masterClrMapping/>
  </p:clrMapOvr>
</p:sld>
</file>

<file path=ppt/slides/slide1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108</a:t>
            </a:r>
          </a:p>
        </p:txBody>
      </p:sp>
      <p:sp>
        <p:nvSpPr>
          <p:cNvPr id="3" name="Content Placeholder 2"/>
          <p:cNvSpPr>
            <a:spLocks noGrp="1"/>
          </p:cNvSpPr>
          <p:nvPr>
            <p:ph idx="1"/>
          </p:nvPr>
        </p:nvSpPr>
        <p:spPr/>
        <p:txBody>
          <a:bodyPr/>
          <a:lstStyle/>
          <a:p>
            <a:r>
              <a:t>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a:t>
            </a:r>
          </a:p>
        </p:txBody>
      </p:sp>
    </p:spTree>
  </p:cSld>
  <p:clrMapOvr>
    <a:masterClrMapping/>
  </p:clrMapOvr>
</p:sld>
</file>

<file path=ppt/slides/slide1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109</a:t>
            </a:r>
          </a:p>
        </p:txBody>
      </p:sp>
      <p:sp>
        <p:nvSpPr>
          <p:cNvPr id="3" name="Content Placeholder 2"/>
          <p:cNvSpPr>
            <a:spLocks noGrp="1"/>
          </p:cNvSpPr>
          <p:nvPr>
            <p:ph idx="1"/>
          </p:nvPr>
        </p:nvSpPr>
        <p:spPr/>
        <p:txBody>
          <a:bodyPr/>
          <a:lstStyle/>
          <a:p>
            <a:r>
              <a:t>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a:t>
            </a:r>
          </a:p>
        </p:txBody>
      </p:sp>
    </p:spTree>
  </p:cSld>
  <p:clrMapOvr>
    <a:masterClrMapping/>
  </p:clrMapOvr>
</p:sld>
</file>

<file path=ppt/slides/slide1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110</a:t>
            </a:r>
          </a:p>
        </p:txBody>
      </p:sp>
      <p:sp>
        <p:nvSpPr>
          <p:cNvPr id="3" name="Content Placeholder 2"/>
          <p:cNvSpPr>
            <a:spLocks noGrp="1"/>
          </p:cNvSpPr>
          <p:nvPr>
            <p:ph idx="1"/>
          </p:nvPr>
        </p:nvSpPr>
        <p:spPr/>
        <p:txBody>
          <a:bodyPr/>
          <a:lstStyle/>
          <a:p>
            <a:r>
              <a:t>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a:t>
            </a:r>
          </a:p>
        </p:txBody>
      </p:sp>
    </p:spTree>
  </p:cSld>
  <p:clrMapOvr>
    <a:masterClrMapping/>
  </p:clrMapOvr>
</p:sld>
</file>

<file path=ppt/slides/slide1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111</a:t>
            </a:r>
          </a:p>
        </p:txBody>
      </p:sp>
      <p:sp>
        <p:nvSpPr>
          <p:cNvPr id="3" name="Content Placeholder 2"/>
          <p:cNvSpPr>
            <a:spLocks noGrp="1"/>
          </p:cNvSpPr>
          <p:nvPr>
            <p:ph idx="1"/>
          </p:nvPr>
        </p:nvSpPr>
        <p:spPr/>
        <p:txBody>
          <a:bodyPr/>
          <a:lstStyle/>
          <a:p>
            <a:r>
              <a:t>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a:t>
            </a:r>
          </a:p>
        </p:txBody>
      </p:sp>
    </p:spTree>
  </p:cSld>
  <p:clrMapOvr>
    <a:masterClrMapping/>
  </p:clrMapOvr>
</p:sld>
</file>

<file path=ppt/slides/slide1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112</a:t>
            </a:r>
          </a:p>
        </p:txBody>
      </p:sp>
      <p:sp>
        <p:nvSpPr>
          <p:cNvPr id="3" name="Content Placeholder 2"/>
          <p:cNvSpPr>
            <a:spLocks noGrp="1"/>
          </p:cNvSpPr>
          <p:nvPr>
            <p:ph idx="1"/>
          </p:nvPr>
        </p:nvSpPr>
        <p:spPr/>
        <p:txBody>
          <a:bodyPr/>
          <a:lstStyle/>
          <a:p>
            <a:r>
              <a:t>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a:t>
            </a:r>
          </a:p>
        </p:txBody>
      </p:sp>
    </p:spTree>
  </p:cSld>
  <p:clrMapOvr>
    <a:masterClrMapping/>
  </p:clrMapOvr>
</p:sld>
</file>

<file path=ppt/slides/slide1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113</a:t>
            </a:r>
          </a:p>
        </p:txBody>
      </p:sp>
      <p:sp>
        <p:nvSpPr>
          <p:cNvPr id="3" name="Content Placeholder 2"/>
          <p:cNvSpPr>
            <a:spLocks noGrp="1"/>
          </p:cNvSpPr>
          <p:nvPr>
            <p:ph idx="1"/>
          </p:nvPr>
        </p:nvSpPr>
        <p:spPr/>
        <p:txBody>
          <a:bodyPr/>
          <a:lstStyle/>
          <a:p>
            <a:r>
              <a:t>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a:t>
            </a:r>
          </a:p>
        </p:txBody>
      </p:sp>
    </p:spTree>
  </p:cSld>
  <p:clrMapOvr>
    <a:masterClrMapping/>
  </p:clrMapOvr>
</p:sld>
</file>

<file path=ppt/slides/slide1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114</a:t>
            </a:r>
          </a:p>
        </p:txBody>
      </p:sp>
      <p:sp>
        <p:nvSpPr>
          <p:cNvPr id="3" name="Content Placeholder 2"/>
          <p:cNvSpPr>
            <a:spLocks noGrp="1"/>
          </p:cNvSpPr>
          <p:nvPr>
            <p:ph idx="1"/>
          </p:nvPr>
        </p:nvSpPr>
        <p:spPr/>
        <p:txBody>
          <a:bodyPr/>
          <a:lstStyle/>
          <a:p>
            <a:r>
              <a:t>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a:t>
            </a:r>
          </a:p>
        </p:txBody>
      </p:sp>
    </p:spTree>
  </p:cSld>
  <p:clrMapOvr>
    <a:masterClrMapping/>
  </p:clrMapOvr>
</p:sld>
</file>

<file path=ppt/slides/slide1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115</a:t>
            </a:r>
          </a:p>
        </p:txBody>
      </p:sp>
      <p:sp>
        <p:nvSpPr>
          <p:cNvPr id="3" name="Content Placeholder 2"/>
          <p:cNvSpPr>
            <a:spLocks noGrp="1"/>
          </p:cNvSpPr>
          <p:nvPr>
            <p:ph idx="1"/>
          </p:nvPr>
        </p:nvSpPr>
        <p:spPr/>
        <p:txBody>
          <a:bodyPr/>
          <a:lstStyle/>
          <a:p>
            <a:r>
              <a:t>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a:t>
            </a:r>
          </a:p>
        </p:txBody>
      </p:sp>
    </p:spTree>
  </p:cSld>
  <p:clrMapOvr>
    <a:masterClrMapping/>
  </p:clrMapOvr>
</p:sld>
</file>

<file path=ppt/slides/slide1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116</a:t>
            </a:r>
          </a:p>
        </p:txBody>
      </p:sp>
      <p:sp>
        <p:nvSpPr>
          <p:cNvPr id="3" name="Content Placeholder 2"/>
          <p:cNvSpPr>
            <a:spLocks noGrp="1"/>
          </p:cNvSpPr>
          <p:nvPr>
            <p:ph idx="1"/>
          </p:nvPr>
        </p:nvSpPr>
        <p:spPr/>
        <p:txBody>
          <a:bodyPr/>
          <a:lstStyle/>
          <a:p>
            <a:r>
              <a:t>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a:t>
            </a:r>
          </a:p>
        </p:txBody>
      </p:sp>
    </p:spTree>
  </p:cSld>
  <p:clrMapOvr>
    <a:masterClrMapping/>
  </p:clrMapOvr>
</p:sld>
</file>

<file path=ppt/slides/slide1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117</a:t>
            </a:r>
          </a:p>
        </p:txBody>
      </p:sp>
      <p:sp>
        <p:nvSpPr>
          <p:cNvPr id="3" name="Content Placeholder 2"/>
          <p:cNvSpPr>
            <a:spLocks noGrp="1"/>
          </p:cNvSpPr>
          <p:nvPr>
            <p:ph idx="1"/>
          </p:nvPr>
        </p:nvSpPr>
        <p:spPr/>
        <p:txBody>
          <a:bodyPr/>
          <a:lstStyle/>
          <a:p>
            <a:r>
              <a:t>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a:t>
            </a:r>
          </a:p>
        </p:txBody>
      </p:sp>
    </p:spTree>
  </p:cSld>
  <p:clrMapOvr>
    <a:masterClrMapping/>
  </p:clrMapOvr>
</p:sld>
</file>

<file path=ppt/slides/slide1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118</a:t>
            </a:r>
          </a:p>
        </p:txBody>
      </p:sp>
      <p:sp>
        <p:nvSpPr>
          <p:cNvPr id="3" name="Content Placeholder 2"/>
          <p:cNvSpPr>
            <a:spLocks noGrp="1"/>
          </p:cNvSpPr>
          <p:nvPr>
            <p:ph idx="1"/>
          </p:nvPr>
        </p:nvSpPr>
        <p:spPr/>
        <p:txBody>
          <a:bodyPr/>
          <a:lstStyle/>
          <a:p>
            <a:r>
              <a:t>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a:t>
            </a:r>
          </a:p>
        </p:txBody>
      </p:sp>
    </p:spTree>
  </p:cSld>
  <p:clrMapOvr>
    <a:masterClrMapping/>
  </p:clrMapOvr>
</p:sld>
</file>

<file path=ppt/slides/slide1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119</a:t>
            </a:r>
          </a:p>
        </p:txBody>
      </p:sp>
      <p:sp>
        <p:nvSpPr>
          <p:cNvPr id="3" name="Content Placeholder 2"/>
          <p:cNvSpPr>
            <a:spLocks noGrp="1"/>
          </p:cNvSpPr>
          <p:nvPr>
            <p:ph idx="1"/>
          </p:nvPr>
        </p:nvSpPr>
        <p:spPr/>
        <p:txBody>
          <a:bodyPr/>
          <a:lstStyle/>
          <a:p>
            <a:r>
              <a:t>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a:t>
            </a:r>
          </a:p>
        </p:txBody>
      </p:sp>
    </p:spTree>
  </p:cSld>
  <p:clrMapOvr>
    <a:masterClrMapping/>
  </p:clrMapOvr>
</p:sld>
</file>

<file path=ppt/slides/slide1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120</a:t>
            </a:r>
          </a:p>
        </p:txBody>
      </p:sp>
      <p:sp>
        <p:nvSpPr>
          <p:cNvPr id="3" name="Content Placeholder 2"/>
          <p:cNvSpPr>
            <a:spLocks noGrp="1"/>
          </p:cNvSpPr>
          <p:nvPr>
            <p:ph idx="1"/>
          </p:nvPr>
        </p:nvSpPr>
        <p:spPr/>
        <p:txBody>
          <a:bodyPr/>
          <a:lstStyle/>
          <a:p>
            <a:r>
              <a:t>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a:t>
            </a:r>
          </a:p>
        </p:txBody>
      </p:sp>
    </p:spTree>
  </p:cSld>
  <p:clrMapOvr>
    <a:masterClrMapping/>
  </p:clrMapOvr>
</p:sld>
</file>

<file path=ppt/slides/slide1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121</a:t>
            </a:r>
          </a:p>
        </p:txBody>
      </p:sp>
      <p:sp>
        <p:nvSpPr>
          <p:cNvPr id="3" name="Content Placeholder 2"/>
          <p:cNvSpPr>
            <a:spLocks noGrp="1"/>
          </p:cNvSpPr>
          <p:nvPr>
            <p:ph idx="1"/>
          </p:nvPr>
        </p:nvSpPr>
        <p:spPr/>
        <p:txBody>
          <a:bodyPr/>
          <a:lstStyle/>
          <a:p>
            <a:r>
              <a:t>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a:t>
            </a:r>
          </a:p>
        </p:txBody>
      </p:sp>
    </p:spTree>
  </p:cSld>
  <p:clrMapOvr>
    <a:masterClrMapping/>
  </p:clrMapOvr>
</p:sld>
</file>

<file path=ppt/slides/slide1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122</a:t>
            </a:r>
          </a:p>
        </p:txBody>
      </p:sp>
      <p:sp>
        <p:nvSpPr>
          <p:cNvPr id="3" name="Content Placeholder 2"/>
          <p:cNvSpPr>
            <a:spLocks noGrp="1"/>
          </p:cNvSpPr>
          <p:nvPr>
            <p:ph idx="1"/>
          </p:nvPr>
        </p:nvSpPr>
        <p:spPr/>
        <p:txBody>
          <a:bodyPr/>
          <a:lstStyle/>
          <a:p>
            <a:r>
              <a:t>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a:t>
            </a:r>
          </a:p>
        </p:txBody>
      </p:sp>
    </p:spTree>
  </p:cSld>
  <p:clrMapOvr>
    <a:masterClrMapping/>
  </p:clrMapOvr>
</p:sld>
</file>

<file path=ppt/slides/slide1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123</a:t>
            </a:r>
          </a:p>
        </p:txBody>
      </p:sp>
      <p:sp>
        <p:nvSpPr>
          <p:cNvPr id="3" name="Content Placeholder 2"/>
          <p:cNvSpPr>
            <a:spLocks noGrp="1"/>
          </p:cNvSpPr>
          <p:nvPr>
            <p:ph idx="1"/>
          </p:nvPr>
        </p:nvSpPr>
        <p:spPr/>
        <p:txBody>
          <a:bodyPr/>
          <a:lstStyle/>
          <a:p>
            <a:r>
              <a:t>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a:t>
            </a:r>
          </a:p>
        </p:txBody>
      </p:sp>
    </p:spTree>
  </p:cSld>
  <p:clrMapOvr>
    <a:masterClrMapping/>
  </p:clrMapOvr>
</p:sld>
</file>

<file path=ppt/slides/slide1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124</a:t>
            </a:r>
          </a:p>
        </p:txBody>
      </p:sp>
      <p:sp>
        <p:nvSpPr>
          <p:cNvPr id="3" name="Content Placeholder 2"/>
          <p:cNvSpPr>
            <a:spLocks noGrp="1"/>
          </p:cNvSpPr>
          <p:nvPr>
            <p:ph idx="1"/>
          </p:nvPr>
        </p:nvSpPr>
        <p:spPr/>
        <p:txBody>
          <a:bodyPr/>
          <a:lstStyle/>
          <a:p>
            <a:r>
              <a:t>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a:t>
            </a:r>
          </a:p>
        </p:txBody>
      </p:sp>
    </p:spTree>
  </p:cSld>
  <p:clrMapOvr>
    <a:masterClrMapping/>
  </p:clrMapOvr>
</p:sld>
</file>

<file path=ppt/slides/slide1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125</a:t>
            </a:r>
          </a:p>
        </p:txBody>
      </p:sp>
      <p:sp>
        <p:nvSpPr>
          <p:cNvPr id="3" name="Content Placeholder 2"/>
          <p:cNvSpPr>
            <a:spLocks noGrp="1"/>
          </p:cNvSpPr>
          <p:nvPr>
            <p:ph idx="1"/>
          </p:nvPr>
        </p:nvSpPr>
        <p:spPr/>
        <p:txBody>
          <a:bodyPr/>
          <a:lstStyle/>
          <a:p>
            <a:r>
              <a:t>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a:t>
            </a:r>
          </a:p>
        </p:txBody>
      </p:sp>
    </p:spTree>
  </p:cSld>
  <p:clrMapOvr>
    <a:masterClrMapping/>
  </p:clrMapOvr>
</p:sld>
</file>

<file path=ppt/slides/slide1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126</a:t>
            </a:r>
          </a:p>
        </p:txBody>
      </p:sp>
      <p:sp>
        <p:nvSpPr>
          <p:cNvPr id="3" name="Content Placeholder 2"/>
          <p:cNvSpPr>
            <a:spLocks noGrp="1"/>
          </p:cNvSpPr>
          <p:nvPr>
            <p:ph idx="1"/>
          </p:nvPr>
        </p:nvSpPr>
        <p:spPr/>
        <p:txBody>
          <a:bodyPr/>
          <a:lstStyle/>
          <a:p>
            <a:r>
              <a:t>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a:t>
            </a:r>
          </a:p>
        </p:txBody>
      </p:sp>
    </p:spTree>
  </p:cSld>
  <p:clrMapOvr>
    <a:masterClrMapping/>
  </p:clrMapOvr>
</p:sld>
</file>

<file path=ppt/slides/slide1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127</a:t>
            </a:r>
          </a:p>
        </p:txBody>
      </p:sp>
      <p:sp>
        <p:nvSpPr>
          <p:cNvPr id="3" name="Content Placeholder 2"/>
          <p:cNvSpPr>
            <a:spLocks noGrp="1"/>
          </p:cNvSpPr>
          <p:nvPr>
            <p:ph idx="1"/>
          </p:nvPr>
        </p:nvSpPr>
        <p:spPr/>
        <p:txBody>
          <a:bodyPr/>
          <a:lstStyle/>
          <a:p>
            <a:r>
              <a:t>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a:t>
            </a:r>
          </a:p>
        </p:txBody>
      </p:sp>
    </p:spTree>
  </p:cSld>
  <p:clrMapOvr>
    <a:masterClrMapping/>
  </p:clrMapOvr>
</p:sld>
</file>

<file path=ppt/slides/slide1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128</a:t>
            </a:r>
          </a:p>
        </p:txBody>
      </p:sp>
      <p:sp>
        <p:nvSpPr>
          <p:cNvPr id="3" name="Content Placeholder 2"/>
          <p:cNvSpPr>
            <a:spLocks noGrp="1"/>
          </p:cNvSpPr>
          <p:nvPr>
            <p:ph idx="1"/>
          </p:nvPr>
        </p:nvSpPr>
        <p:spPr/>
        <p:txBody>
          <a:bodyPr/>
          <a:lstStyle/>
          <a:p>
            <a:r>
              <a:t>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a:t>
            </a:r>
          </a:p>
        </p:txBody>
      </p:sp>
    </p:spTree>
  </p:cSld>
  <p:clrMapOvr>
    <a:masterClrMapping/>
  </p:clrMapOvr>
</p:sld>
</file>

<file path=ppt/slides/slide1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129</a:t>
            </a:r>
          </a:p>
        </p:txBody>
      </p:sp>
      <p:sp>
        <p:nvSpPr>
          <p:cNvPr id="3" name="Content Placeholder 2"/>
          <p:cNvSpPr>
            <a:spLocks noGrp="1"/>
          </p:cNvSpPr>
          <p:nvPr>
            <p:ph idx="1"/>
          </p:nvPr>
        </p:nvSpPr>
        <p:spPr/>
        <p:txBody>
          <a:bodyPr/>
          <a:lstStyle/>
          <a:p>
            <a:r>
              <a:t>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a:t>
            </a:r>
          </a:p>
        </p:txBody>
      </p:sp>
    </p:spTree>
  </p:cSld>
  <p:clrMapOvr>
    <a:masterClrMapping/>
  </p:clrMapOvr>
</p:sld>
</file>

<file path=ppt/slides/slide1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130</a:t>
            </a:r>
          </a:p>
        </p:txBody>
      </p:sp>
      <p:sp>
        <p:nvSpPr>
          <p:cNvPr id="3" name="Content Placeholder 2"/>
          <p:cNvSpPr>
            <a:spLocks noGrp="1"/>
          </p:cNvSpPr>
          <p:nvPr>
            <p:ph idx="1"/>
          </p:nvPr>
        </p:nvSpPr>
        <p:spPr/>
        <p:txBody>
          <a:bodyPr/>
          <a:lstStyle/>
          <a:p>
            <a:r>
              <a:t>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a:t>
            </a:r>
          </a:p>
        </p:txBody>
      </p:sp>
    </p:spTree>
  </p:cSld>
  <p:clrMapOvr>
    <a:masterClrMapping/>
  </p:clrMapOvr>
</p:sld>
</file>

<file path=ppt/slides/slide1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131</a:t>
            </a:r>
          </a:p>
        </p:txBody>
      </p:sp>
      <p:sp>
        <p:nvSpPr>
          <p:cNvPr id="3" name="Content Placeholder 2"/>
          <p:cNvSpPr>
            <a:spLocks noGrp="1"/>
          </p:cNvSpPr>
          <p:nvPr>
            <p:ph idx="1"/>
          </p:nvPr>
        </p:nvSpPr>
        <p:spPr/>
        <p:txBody>
          <a:bodyPr/>
          <a:lstStyle/>
          <a:p>
            <a:r>
              <a:t>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a:t>
            </a:r>
          </a:p>
        </p:txBody>
      </p:sp>
    </p:spTree>
  </p:cSld>
  <p:clrMapOvr>
    <a:masterClrMapping/>
  </p:clrMapOvr>
</p:sld>
</file>

<file path=ppt/slides/slide1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132</a:t>
            </a:r>
          </a:p>
        </p:txBody>
      </p:sp>
      <p:sp>
        <p:nvSpPr>
          <p:cNvPr id="3" name="Content Placeholder 2"/>
          <p:cNvSpPr>
            <a:spLocks noGrp="1"/>
          </p:cNvSpPr>
          <p:nvPr>
            <p:ph idx="1"/>
          </p:nvPr>
        </p:nvSpPr>
        <p:spPr/>
        <p:txBody>
          <a:bodyPr/>
          <a:lstStyle/>
          <a:p>
            <a:r>
              <a:t>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a:t>
            </a:r>
          </a:p>
        </p:txBody>
      </p:sp>
    </p:spTree>
  </p:cSld>
  <p:clrMapOvr>
    <a:masterClrMapping/>
  </p:clrMapOvr>
</p:sld>
</file>

<file path=ppt/slides/slide1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133</a:t>
            </a:r>
          </a:p>
        </p:txBody>
      </p:sp>
      <p:sp>
        <p:nvSpPr>
          <p:cNvPr id="3" name="Content Placeholder 2"/>
          <p:cNvSpPr>
            <a:spLocks noGrp="1"/>
          </p:cNvSpPr>
          <p:nvPr>
            <p:ph idx="1"/>
          </p:nvPr>
        </p:nvSpPr>
        <p:spPr/>
        <p:txBody>
          <a:bodyPr/>
          <a:lstStyle/>
          <a:p>
            <a:r>
              <a:t>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a:t>
            </a:r>
          </a:p>
        </p:txBody>
      </p:sp>
    </p:spTree>
  </p:cSld>
  <p:clrMapOvr>
    <a:masterClrMapping/>
  </p:clrMapOvr>
</p:sld>
</file>

<file path=ppt/slides/slide1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134</a:t>
            </a:r>
          </a:p>
        </p:txBody>
      </p:sp>
      <p:sp>
        <p:nvSpPr>
          <p:cNvPr id="3" name="Content Placeholder 2"/>
          <p:cNvSpPr>
            <a:spLocks noGrp="1"/>
          </p:cNvSpPr>
          <p:nvPr>
            <p:ph idx="1"/>
          </p:nvPr>
        </p:nvSpPr>
        <p:spPr/>
        <p:txBody>
          <a:bodyPr/>
          <a:lstStyle/>
          <a:p>
            <a:r>
              <a:t>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a:t>
            </a:r>
          </a:p>
        </p:txBody>
      </p:sp>
    </p:spTree>
  </p:cSld>
  <p:clrMapOvr>
    <a:masterClrMapping/>
  </p:clrMapOvr>
</p:sld>
</file>

<file path=ppt/slides/slide1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135</a:t>
            </a:r>
          </a:p>
        </p:txBody>
      </p:sp>
      <p:sp>
        <p:nvSpPr>
          <p:cNvPr id="3" name="Content Placeholder 2"/>
          <p:cNvSpPr>
            <a:spLocks noGrp="1"/>
          </p:cNvSpPr>
          <p:nvPr>
            <p:ph idx="1"/>
          </p:nvPr>
        </p:nvSpPr>
        <p:spPr/>
        <p:txBody>
          <a:bodyPr/>
          <a:lstStyle/>
          <a:p>
            <a:r>
              <a:t>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a:t>
            </a:r>
          </a:p>
        </p:txBody>
      </p:sp>
    </p:spTree>
  </p:cSld>
  <p:clrMapOvr>
    <a:masterClrMapping/>
  </p:clrMapOvr>
</p:sld>
</file>

<file path=ppt/slides/slide1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136</a:t>
            </a:r>
          </a:p>
        </p:txBody>
      </p:sp>
      <p:sp>
        <p:nvSpPr>
          <p:cNvPr id="3" name="Content Placeholder 2"/>
          <p:cNvSpPr>
            <a:spLocks noGrp="1"/>
          </p:cNvSpPr>
          <p:nvPr>
            <p:ph idx="1"/>
          </p:nvPr>
        </p:nvSpPr>
        <p:spPr/>
        <p:txBody>
          <a:bodyPr/>
          <a:lstStyle/>
          <a:p>
            <a:r>
              <a:t>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a:t>
            </a:r>
          </a:p>
        </p:txBody>
      </p:sp>
    </p:spTree>
  </p:cSld>
  <p:clrMapOvr>
    <a:masterClrMapping/>
  </p:clrMapOvr>
</p:sld>
</file>

<file path=ppt/slides/slide1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137</a:t>
            </a:r>
          </a:p>
        </p:txBody>
      </p:sp>
      <p:sp>
        <p:nvSpPr>
          <p:cNvPr id="3" name="Content Placeholder 2"/>
          <p:cNvSpPr>
            <a:spLocks noGrp="1"/>
          </p:cNvSpPr>
          <p:nvPr>
            <p:ph idx="1"/>
          </p:nvPr>
        </p:nvSpPr>
        <p:spPr/>
        <p:txBody>
          <a:bodyPr/>
          <a:lstStyle/>
          <a:p>
            <a:r>
              <a:t>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a:t>
            </a:r>
          </a:p>
        </p:txBody>
      </p:sp>
    </p:spTree>
  </p:cSld>
  <p:clrMapOvr>
    <a:masterClrMapping/>
  </p:clrMapOvr>
</p:sld>
</file>

<file path=ppt/slides/slide1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138</a:t>
            </a:r>
          </a:p>
        </p:txBody>
      </p:sp>
      <p:sp>
        <p:nvSpPr>
          <p:cNvPr id="3" name="Content Placeholder 2"/>
          <p:cNvSpPr>
            <a:spLocks noGrp="1"/>
          </p:cNvSpPr>
          <p:nvPr>
            <p:ph idx="1"/>
          </p:nvPr>
        </p:nvSpPr>
        <p:spPr/>
        <p:txBody>
          <a:bodyPr/>
          <a:lstStyle/>
          <a:p>
            <a:r>
              <a:t>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a:t>
            </a:r>
          </a:p>
        </p:txBody>
      </p:sp>
    </p:spTree>
  </p:cSld>
  <p:clrMapOvr>
    <a:masterClrMapping/>
  </p:clrMapOvr>
</p:sld>
</file>

<file path=ppt/slides/slide1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139</a:t>
            </a:r>
          </a:p>
        </p:txBody>
      </p:sp>
      <p:sp>
        <p:nvSpPr>
          <p:cNvPr id="3" name="Content Placeholder 2"/>
          <p:cNvSpPr>
            <a:spLocks noGrp="1"/>
          </p:cNvSpPr>
          <p:nvPr>
            <p:ph idx="1"/>
          </p:nvPr>
        </p:nvSpPr>
        <p:spPr/>
        <p:txBody>
          <a:bodyPr/>
          <a:lstStyle/>
          <a:p>
            <a:r>
              <a:t>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a:t>
            </a:r>
          </a:p>
        </p:txBody>
      </p:sp>
    </p:spTree>
  </p:cSld>
  <p:clrMapOvr>
    <a:masterClrMapping/>
  </p:clrMapOvr>
</p:sld>
</file>

<file path=ppt/slides/slide1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140</a:t>
            </a:r>
          </a:p>
        </p:txBody>
      </p:sp>
      <p:sp>
        <p:nvSpPr>
          <p:cNvPr id="3" name="Content Placeholder 2"/>
          <p:cNvSpPr>
            <a:spLocks noGrp="1"/>
          </p:cNvSpPr>
          <p:nvPr>
            <p:ph idx="1"/>
          </p:nvPr>
        </p:nvSpPr>
        <p:spPr/>
        <p:txBody>
          <a:bodyPr/>
          <a:lstStyle/>
          <a:p>
            <a:r>
              <a:t>.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a:t>
            </a:r>
          </a:p>
        </p:txBody>
      </p:sp>
    </p:spTree>
  </p:cSld>
  <p:clrMapOvr>
    <a:masterClrMapping/>
  </p:clrMapOvr>
</p:sld>
</file>

<file path=ppt/slides/slide1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141</a:t>
            </a:r>
          </a:p>
        </p:txBody>
      </p:sp>
      <p:sp>
        <p:nvSpPr>
          <p:cNvPr id="3" name="Content Placeholder 2"/>
          <p:cNvSpPr>
            <a:spLocks noGrp="1"/>
          </p:cNvSpPr>
          <p:nvPr>
            <p:ph idx="1"/>
          </p:nvPr>
        </p:nvSpPr>
        <p:spPr/>
        <p:txBody>
          <a:bodyPr/>
          <a:lstStyle/>
          <a:p>
            <a:r>
              <a:t>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a:t>
            </a:r>
          </a:p>
        </p:txBody>
      </p:sp>
    </p:spTree>
  </p:cSld>
  <p:clrMapOvr>
    <a:masterClrMapping/>
  </p:clrMapOvr>
</p:sld>
</file>

<file path=ppt/slides/slide1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142</a:t>
            </a:r>
          </a:p>
        </p:txBody>
      </p:sp>
      <p:sp>
        <p:nvSpPr>
          <p:cNvPr id="3" name="Content Placeholder 2"/>
          <p:cNvSpPr>
            <a:spLocks noGrp="1"/>
          </p:cNvSpPr>
          <p:nvPr>
            <p:ph idx="1"/>
          </p:nvPr>
        </p:nvSpPr>
        <p:spPr/>
        <p:txBody>
          <a:bodyPr/>
          <a:lstStyle/>
          <a:p>
            <a:r>
              <a:t>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a:t>
            </a:r>
          </a:p>
        </p:txBody>
      </p:sp>
    </p:spTree>
  </p:cSld>
  <p:clrMapOvr>
    <a:masterClrMapping/>
  </p:clrMapOvr>
</p:sld>
</file>

<file path=ppt/slides/slide1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143</a:t>
            </a:r>
          </a:p>
        </p:txBody>
      </p:sp>
      <p:sp>
        <p:nvSpPr>
          <p:cNvPr id="3" name="Content Placeholder 2"/>
          <p:cNvSpPr>
            <a:spLocks noGrp="1"/>
          </p:cNvSpPr>
          <p:nvPr>
            <p:ph idx="1"/>
          </p:nvPr>
        </p:nvSpPr>
        <p:spPr/>
        <p:txBody>
          <a:bodyPr/>
          <a:lstStyle/>
          <a:p>
            <a:r>
              <a:t>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a:t>
            </a:r>
          </a:p>
        </p:txBody>
      </p:sp>
    </p:spTree>
  </p:cSld>
  <p:clrMapOvr>
    <a:masterClrMapping/>
  </p:clrMapOvr>
</p:sld>
</file>

<file path=ppt/slides/slide1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144</a:t>
            </a:r>
          </a:p>
        </p:txBody>
      </p:sp>
      <p:sp>
        <p:nvSpPr>
          <p:cNvPr id="3" name="Content Placeholder 2"/>
          <p:cNvSpPr>
            <a:spLocks noGrp="1"/>
          </p:cNvSpPr>
          <p:nvPr>
            <p:ph idx="1"/>
          </p:nvPr>
        </p:nvSpPr>
        <p:spPr/>
        <p:txBody>
          <a:bodyPr/>
          <a:lstStyle/>
          <a:p>
            <a:r>
              <a:t>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a:t>
            </a:r>
          </a:p>
        </p:txBody>
      </p:sp>
    </p:spTree>
  </p:cSld>
  <p:clrMapOvr>
    <a:masterClrMapping/>
  </p:clrMapOvr>
</p:sld>
</file>

<file path=ppt/slides/slide1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145</a:t>
            </a:r>
          </a:p>
        </p:txBody>
      </p:sp>
      <p:sp>
        <p:nvSpPr>
          <p:cNvPr id="3" name="Content Placeholder 2"/>
          <p:cNvSpPr>
            <a:spLocks noGrp="1"/>
          </p:cNvSpPr>
          <p:nvPr>
            <p:ph idx="1"/>
          </p:nvPr>
        </p:nvSpPr>
        <p:spPr/>
        <p:txBody>
          <a:bodyPr/>
          <a:lstStyle/>
          <a:p>
            <a:r>
              <a:t>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a:t>
            </a:r>
          </a:p>
        </p:txBody>
      </p:sp>
    </p:spTree>
  </p:cSld>
  <p:clrMapOvr>
    <a:masterClrMapping/>
  </p:clrMapOvr>
</p:sld>
</file>

<file path=ppt/slides/slide1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146</a:t>
            </a:r>
          </a:p>
        </p:txBody>
      </p:sp>
      <p:sp>
        <p:nvSpPr>
          <p:cNvPr id="3" name="Content Placeholder 2"/>
          <p:cNvSpPr>
            <a:spLocks noGrp="1"/>
          </p:cNvSpPr>
          <p:nvPr>
            <p:ph idx="1"/>
          </p:nvPr>
        </p:nvSpPr>
        <p:spPr/>
        <p:txBody>
          <a:bodyPr/>
          <a:lstStyle/>
          <a:p>
            <a:r>
              <a:t>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a:t>
            </a:r>
          </a:p>
        </p:txBody>
      </p:sp>
    </p:spTree>
  </p:cSld>
  <p:clrMapOvr>
    <a:masterClrMapping/>
  </p:clrMapOvr>
</p:sld>
</file>

<file path=ppt/slides/slide1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147</a:t>
            </a:r>
          </a:p>
        </p:txBody>
      </p:sp>
      <p:sp>
        <p:nvSpPr>
          <p:cNvPr id="3" name="Content Placeholder 2"/>
          <p:cNvSpPr>
            <a:spLocks noGrp="1"/>
          </p:cNvSpPr>
          <p:nvPr>
            <p:ph idx="1"/>
          </p:nvPr>
        </p:nvSpPr>
        <p:spPr/>
        <p:txBody>
          <a:bodyPr/>
          <a:lstStyle/>
          <a:p>
            <a:r>
              <a:t>.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a:t>
            </a:r>
          </a:p>
        </p:txBody>
      </p:sp>
    </p:spTree>
  </p:cSld>
  <p:clrMapOvr>
    <a:masterClrMapping/>
  </p:clrMapOvr>
</p:sld>
</file>

<file path=ppt/slides/slide1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148</a:t>
            </a:r>
          </a:p>
        </p:txBody>
      </p:sp>
      <p:sp>
        <p:nvSpPr>
          <p:cNvPr id="3" name="Content Placeholder 2"/>
          <p:cNvSpPr>
            <a:spLocks noGrp="1"/>
          </p:cNvSpPr>
          <p:nvPr>
            <p:ph idx="1"/>
          </p:nvPr>
        </p:nvSpPr>
        <p:spPr/>
        <p:txBody>
          <a:bodyPr/>
          <a:lstStyle/>
          <a:p>
            <a:r>
              <a:t>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a:t>
            </a:r>
          </a:p>
        </p:txBody>
      </p:sp>
    </p:spTree>
  </p:cSld>
  <p:clrMapOvr>
    <a:masterClrMapping/>
  </p:clrMapOvr>
</p:sld>
</file>

<file path=ppt/slides/slide1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149</a:t>
            </a:r>
          </a:p>
        </p:txBody>
      </p:sp>
      <p:sp>
        <p:nvSpPr>
          <p:cNvPr id="3" name="Content Placeholder 2"/>
          <p:cNvSpPr>
            <a:spLocks noGrp="1"/>
          </p:cNvSpPr>
          <p:nvPr>
            <p:ph idx="1"/>
          </p:nvPr>
        </p:nvSpPr>
        <p:spPr/>
        <p:txBody>
          <a:bodyPr/>
          <a:lstStyle/>
          <a:p>
            <a:r>
              <a:t>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a:t>
            </a:r>
          </a:p>
        </p:txBody>
      </p:sp>
    </p:spTree>
  </p:cSld>
  <p:clrMapOvr>
    <a:masterClrMapping/>
  </p:clrMapOvr>
</p:sld>
</file>

<file path=ppt/slides/slide1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150</a:t>
            </a:r>
          </a:p>
        </p:txBody>
      </p:sp>
      <p:sp>
        <p:nvSpPr>
          <p:cNvPr id="3" name="Content Placeholder 2"/>
          <p:cNvSpPr>
            <a:spLocks noGrp="1"/>
          </p:cNvSpPr>
          <p:nvPr>
            <p:ph idx="1"/>
          </p:nvPr>
        </p:nvSpPr>
        <p:spPr/>
        <p:txBody>
          <a:bodyPr/>
          <a:lstStyle/>
          <a:p>
            <a:r>
              <a:t>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a:t>
            </a:r>
          </a:p>
        </p:txBody>
      </p:sp>
    </p:spTree>
  </p:cSld>
  <p:clrMapOvr>
    <a:masterClrMapping/>
  </p:clrMapOvr>
</p:sld>
</file>

<file path=ppt/slides/slide1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151</a:t>
            </a:r>
          </a:p>
        </p:txBody>
      </p:sp>
      <p:sp>
        <p:nvSpPr>
          <p:cNvPr id="3" name="Content Placeholder 2"/>
          <p:cNvSpPr>
            <a:spLocks noGrp="1"/>
          </p:cNvSpPr>
          <p:nvPr>
            <p:ph idx="1"/>
          </p:nvPr>
        </p:nvSpPr>
        <p:spPr/>
        <p:txBody>
          <a:bodyPr/>
          <a:lstStyle/>
          <a:p>
            <a:r>
              <a:t>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a:t>
            </a:r>
          </a:p>
        </p:txBody>
      </p:sp>
    </p:spTree>
  </p:cSld>
  <p:clrMapOvr>
    <a:masterClrMapping/>
  </p:clrMapOvr>
</p:sld>
</file>

<file path=ppt/slides/slide1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152</a:t>
            </a:r>
          </a:p>
        </p:txBody>
      </p:sp>
      <p:sp>
        <p:nvSpPr>
          <p:cNvPr id="3" name="Content Placeholder 2"/>
          <p:cNvSpPr>
            <a:spLocks noGrp="1"/>
          </p:cNvSpPr>
          <p:nvPr>
            <p:ph idx="1"/>
          </p:nvPr>
        </p:nvSpPr>
        <p:spPr/>
        <p:txBody>
          <a:bodyPr/>
          <a:lstStyle/>
          <a:p>
            <a:r>
              <a:t>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a:t>
            </a:r>
          </a:p>
        </p:txBody>
      </p:sp>
    </p:spTree>
  </p:cSld>
  <p:clrMapOvr>
    <a:masterClrMapping/>
  </p:clrMapOvr>
</p:sld>
</file>

<file path=ppt/slides/slide1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153</a:t>
            </a:r>
          </a:p>
        </p:txBody>
      </p:sp>
      <p:sp>
        <p:nvSpPr>
          <p:cNvPr id="3" name="Content Placeholder 2"/>
          <p:cNvSpPr>
            <a:spLocks noGrp="1"/>
          </p:cNvSpPr>
          <p:nvPr>
            <p:ph idx="1"/>
          </p:nvPr>
        </p:nvSpPr>
        <p:spPr/>
        <p:txBody>
          <a:bodyPr/>
          <a:lstStyle/>
          <a:p>
            <a:r>
              <a:t>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a:t>
            </a:r>
          </a:p>
        </p:txBody>
      </p:sp>
    </p:spTree>
  </p:cSld>
  <p:clrMapOvr>
    <a:masterClrMapping/>
  </p:clrMapOvr>
</p:sld>
</file>

<file path=ppt/slides/slide1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154</a:t>
            </a:r>
          </a:p>
        </p:txBody>
      </p:sp>
      <p:sp>
        <p:nvSpPr>
          <p:cNvPr id="3" name="Content Placeholder 2"/>
          <p:cNvSpPr>
            <a:spLocks noGrp="1"/>
          </p:cNvSpPr>
          <p:nvPr>
            <p:ph idx="1"/>
          </p:nvPr>
        </p:nvSpPr>
        <p:spPr/>
        <p:txBody>
          <a:bodyPr/>
          <a:lstStyle/>
          <a:p>
            <a:r>
              <a:t>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a:t>
            </a:r>
          </a:p>
        </p:txBody>
      </p:sp>
    </p:spTree>
  </p:cSld>
  <p:clrMapOvr>
    <a:masterClrMapping/>
  </p:clrMapOvr>
</p:sld>
</file>

<file path=ppt/slides/slide1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155</a:t>
            </a:r>
          </a:p>
        </p:txBody>
      </p:sp>
      <p:sp>
        <p:nvSpPr>
          <p:cNvPr id="3" name="Content Placeholder 2"/>
          <p:cNvSpPr>
            <a:spLocks noGrp="1"/>
          </p:cNvSpPr>
          <p:nvPr>
            <p:ph idx="1"/>
          </p:nvPr>
        </p:nvSpPr>
        <p:spPr/>
        <p:txBody>
          <a:bodyPr/>
          <a:lstStyle/>
          <a:p>
            <a:r>
              <a:t>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a:t>
            </a:r>
          </a:p>
        </p:txBody>
      </p:sp>
    </p:spTree>
  </p:cSld>
  <p:clrMapOvr>
    <a:masterClrMapping/>
  </p:clrMapOvr>
</p:sld>
</file>

<file path=ppt/slides/slide1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156</a:t>
            </a:r>
          </a:p>
        </p:txBody>
      </p:sp>
      <p:sp>
        <p:nvSpPr>
          <p:cNvPr id="3" name="Content Placeholder 2"/>
          <p:cNvSpPr>
            <a:spLocks noGrp="1"/>
          </p:cNvSpPr>
          <p:nvPr>
            <p:ph idx="1"/>
          </p:nvPr>
        </p:nvSpPr>
        <p:spPr/>
        <p:txBody>
          <a:bodyPr/>
          <a:lstStyle/>
          <a:p>
            <a:r>
              <a:t>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a:t>
            </a:r>
          </a:p>
        </p:txBody>
      </p:sp>
    </p:spTree>
  </p:cSld>
  <p:clrMapOvr>
    <a:masterClrMapping/>
  </p:clrMapOvr>
</p:sld>
</file>

<file path=ppt/slides/slide1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157</a:t>
            </a:r>
          </a:p>
        </p:txBody>
      </p:sp>
      <p:sp>
        <p:nvSpPr>
          <p:cNvPr id="3" name="Content Placeholder 2"/>
          <p:cNvSpPr>
            <a:spLocks noGrp="1"/>
          </p:cNvSpPr>
          <p:nvPr>
            <p:ph idx="1"/>
          </p:nvPr>
        </p:nvSpPr>
        <p:spPr/>
        <p:txBody>
          <a:bodyPr/>
          <a:lstStyle/>
          <a:p>
            <a:r>
              <a:t>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a:t>
            </a:r>
          </a:p>
        </p:txBody>
      </p:sp>
    </p:spTree>
  </p:cSld>
  <p:clrMapOvr>
    <a:masterClrMapping/>
  </p:clrMapOvr>
</p:sld>
</file>

<file path=ppt/slides/slide1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158</a:t>
            </a:r>
          </a:p>
        </p:txBody>
      </p:sp>
      <p:sp>
        <p:nvSpPr>
          <p:cNvPr id="3" name="Content Placeholder 2"/>
          <p:cNvSpPr>
            <a:spLocks noGrp="1"/>
          </p:cNvSpPr>
          <p:nvPr>
            <p:ph idx="1"/>
          </p:nvPr>
        </p:nvSpPr>
        <p:spPr/>
        <p:txBody>
          <a:bodyPr/>
          <a:lstStyle/>
          <a:p>
            <a:r>
              <a:t>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a:t>
            </a:r>
          </a:p>
        </p:txBody>
      </p:sp>
    </p:spTree>
  </p:cSld>
  <p:clrMapOvr>
    <a:masterClrMapping/>
  </p:clrMapOvr>
</p:sld>
</file>

<file path=ppt/slides/slide1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159</a:t>
            </a:r>
          </a:p>
        </p:txBody>
      </p:sp>
      <p:sp>
        <p:nvSpPr>
          <p:cNvPr id="3" name="Content Placeholder 2"/>
          <p:cNvSpPr>
            <a:spLocks noGrp="1"/>
          </p:cNvSpPr>
          <p:nvPr>
            <p:ph idx="1"/>
          </p:nvPr>
        </p:nvSpPr>
        <p:spPr/>
        <p:txBody>
          <a:bodyPr/>
          <a:lstStyle/>
          <a:p>
            <a:r>
              <a:t>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a:t>
            </a:r>
          </a:p>
        </p:txBody>
      </p:sp>
    </p:spTree>
  </p:cSld>
  <p:clrMapOvr>
    <a:masterClrMapping/>
  </p:clrMapOvr>
</p:sld>
</file>

<file path=ppt/slides/slide1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160</a:t>
            </a:r>
          </a:p>
        </p:txBody>
      </p:sp>
      <p:sp>
        <p:nvSpPr>
          <p:cNvPr id="3" name="Content Placeholder 2"/>
          <p:cNvSpPr>
            <a:spLocks noGrp="1"/>
          </p:cNvSpPr>
          <p:nvPr>
            <p:ph idx="1"/>
          </p:nvPr>
        </p:nvSpPr>
        <p:spPr/>
        <p:txBody>
          <a:bodyPr/>
          <a:lstStyle/>
          <a:p>
            <a:r>
              <a:t>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a:t>
            </a:r>
          </a:p>
        </p:txBody>
      </p:sp>
    </p:spTree>
  </p:cSld>
  <p:clrMapOvr>
    <a:masterClrMapping/>
  </p:clrMapOvr>
</p:sld>
</file>

<file path=ppt/slides/slide1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161</a:t>
            </a:r>
          </a:p>
        </p:txBody>
      </p:sp>
      <p:sp>
        <p:nvSpPr>
          <p:cNvPr id="3" name="Content Placeholder 2"/>
          <p:cNvSpPr>
            <a:spLocks noGrp="1"/>
          </p:cNvSpPr>
          <p:nvPr>
            <p:ph idx="1"/>
          </p:nvPr>
        </p:nvSpPr>
        <p:spPr/>
        <p:txBody>
          <a:bodyPr/>
          <a:lstStyle/>
          <a:p>
            <a:r>
              <a:t>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a:t>
            </a:r>
          </a:p>
        </p:txBody>
      </p:sp>
    </p:spTree>
  </p:cSld>
  <p:clrMapOvr>
    <a:masterClrMapping/>
  </p:clrMapOvr>
</p:sld>
</file>

<file path=ppt/slides/slide1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162</a:t>
            </a:r>
          </a:p>
        </p:txBody>
      </p:sp>
      <p:sp>
        <p:nvSpPr>
          <p:cNvPr id="3" name="Content Placeholder 2"/>
          <p:cNvSpPr>
            <a:spLocks noGrp="1"/>
          </p:cNvSpPr>
          <p:nvPr>
            <p:ph idx="1"/>
          </p:nvPr>
        </p:nvSpPr>
        <p:spPr/>
        <p:txBody>
          <a:bodyPr/>
          <a:lstStyle/>
          <a:p>
            <a:r>
              <a:t>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a:t>
            </a:r>
          </a:p>
        </p:txBody>
      </p:sp>
    </p:spTree>
  </p:cSld>
  <p:clrMapOvr>
    <a:masterClrMapping/>
  </p:clrMapOvr>
</p:sld>
</file>

<file path=ppt/slides/slide1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163</a:t>
            </a:r>
          </a:p>
        </p:txBody>
      </p:sp>
      <p:sp>
        <p:nvSpPr>
          <p:cNvPr id="3" name="Content Placeholder 2"/>
          <p:cNvSpPr>
            <a:spLocks noGrp="1"/>
          </p:cNvSpPr>
          <p:nvPr>
            <p:ph idx="1"/>
          </p:nvPr>
        </p:nvSpPr>
        <p:spPr/>
        <p:txBody>
          <a:bodyPr/>
          <a:lstStyle/>
          <a:p>
            <a:r>
              <a:t>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a:t>
            </a:r>
          </a:p>
        </p:txBody>
      </p:sp>
    </p:spTree>
  </p:cSld>
  <p:clrMapOvr>
    <a:masterClrMapping/>
  </p:clrMapOvr>
</p:sld>
</file>

<file path=ppt/slides/slide1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164</a:t>
            </a:r>
          </a:p>
        </p:txBody>
      </p:sp>
      <p:sp>
        <p:nvSpPr>
          <p:cNvPr id="3" name="Content Placeholder 2"/>
          <p:cNvSpPr>
            <a:spLocks noGrp="1"/>
          </p:cNvSpPr>
          <p:nvPr>
            <p:ph idx="1"/>
          </p:nvPr>
        </p:nvSpPr>
        <p:spPr/>
        <p:txBody>
          <a:bodyPr/>
          <a:lstStyle/>
          <a:p>
            <a:r>
              <a:t>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a:t>
            </a:r>
          </a:p>
        </p:txBody>
      </p:sp>
    </p:spTree>
  </p:cSld>
  <p:clrMapOvr>
    <a:masterClrMapping/>
  </p:clrMapOvr>
</p:sld>
</file>

<file path=ppt/slides/slide1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165</a:t>
            </a:r>
          </a:p>
        </p:txBody>
      </p:sp>
      <p:sp>
        <p:nvSpPr>
          <p:cNvPr id="3" name="Content Placeholder 2"/>
          <p:cNvSpPr>
            <a:spLocks noGrp="1"/>
          </p:cNvSpPr>
          <p:nvPr>
            <p:ph idx="1"/>
          </p:nvPr>
        </p:nvSpPr>
        <p:spPr/>
        <p:txBody>
          <a:bodyPr/>
          <a:lstStyle/>
          <a:p>
            <a:r>
              <a:t>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a:t>
            </a:r>
          </a:p>
        </p:txBody>
      </p:sp>
    </p:spTree>
  </p:cSld>
  <p:clrMapOvr>
    <a:masterClrMapping/>
  </p:clrMapOvr>
</p:sld>
</file>

<file path=ppt/slides/slide1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166</a:t>
            </a:r>
          </a:p>
        </p:txBody>
      </p:sp>
      <p:sp>
        <p:nvSpPr>
          <p:cNvPr id="3" name="Content Placeholder 2"/>
          <p:cNvSpPr>
            <a:spLocks noGrp="1"/>
          </p:cNvSpPr>
          <p:nvPr>
            <p:ph idx="1"/>
          </p:nvPr>
        </p:nvSpPr>
        <p:spPr/>
        <p:txBody>
          <a:bodyPr/>
          <a:lstStyle/>
          <a:p>
            <a:r>
              <a:t>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a:t>
            </a:r>
          </a:p>
        </p:txBody>
      </p:sp>
    </p:spTree>
  </p:cSld>
  <p:clrMapOvr>
    <a:masterClrMapping/>
  </p:clrMapOvr>
</p:sld>
</file>

<file path=ppt/slides/slide1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167</a:t>
            </a:r>
          </a:p>
        </p:txBody>
      </p:sp>
      <p:sp>
        <p:nvSpPr>
          <p:cNvPr id="3" name="Content Placeholder 2"/>
          <p:cNvSpPr>
            <a:spLocks noGrp="1"/>
          </p:cNvSpPr>
          <p:nvPr>
            <p:ph idx="1"/>
          </p:nvPr>
        </p:nvSpPr>
        <p:spPr/>
        <p:txBody>
          <a:bodyPr/>
          <a:lstStyle/>
          <a:p>
            <a:r>
              <a:t>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a:t>
            </a:r>
          </a:p>
        </p:txBody>
      </p:sp>
    </p:spTree>
  </p:cSld>
  <p:clrMapOvr>
    <a:masterClrMapping/>
  </p:clrMapOvr>
</p:sld>
</file>

<file path=ppt/slides/slide1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168</a:t>
            </a:r>
          </a:p>
        </p:txBody>
      </p:sp>
      <p:sp>
        <p:nvSpPr>
          <p:cNvPr id="3" name="Content Placeholder 2"/>
          <p:cNvSpPr>
            <a:spLocks noGrp="1"/>
          </p:cNvSpPr>
          <p:nvPr>
            <p:ph idx="1"/>
          </p:nvPr>
        </p:nvSpPr>
        <p:spPr/>
        <p:txBody>
          <a:bodyPr/>
          <a:lstStyle/>
          <a:p>
            <a:r>
              <a:t>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a:t>
            </a:r>
          </a:p>
        </p:txBody>
      </p:sp>
    </p:spTree>
  </p:cSld>
  <p:clrMapOvr>
    <a:masterClrMapping/>
  </p:clrMapOvr>
</p:sld>
</file>

<file path=ppt/slides/slide1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169</a:t>
            </a:r>
          </a:p>
        </p:txBody>
      </p:sp>
      <p:sp>
        <p:nvSpPr>
          <p:cNvPr id="3" name="Content Placeholder 2"/>
          <p:cNvSpPr>
            <a:spLocks noGrp="1"/>
          </p:cNvSpPr>
          <p:nvPr>
            <p:ph idx="1"/>
          </p:nvPr>
        </p:nvSpPr>
        <p:spPr/>
        <p:txBody>
          <a:bodyPr/>
          <a:lstStyle/>
          <a:p>
            <a:r>
              <a:t>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a:t>
            </a:r>
          </a:p>
        </p:txBody>
      </p:sp>
    </p:spTree>
  </p:cSld>
  <p:clrMapOvr>
    <a:masterClrMapping/>
  </p:clrMapOvr>
</p:sld>
</file>

<file path=ppt/slides/slide1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170</a:t>
            </a:r>
          </a:p>
        </p:txBody>
      </p:sp>
      <p:sp>
        <p:nvSpPr>
          <p:cNvPr id="3" name="Content Placeholder 2"/>
          <p:cNvSpPr>
            <a:spLocks noGrp="1"/>
          </p:cNvSpPr>
          <p:nvPr>
            <p:ph idx="1"/>
          </p:nvPr>
        </p:nvSpPr>
        <p:spPr/>
        <p:txBody>
          <a:bodyPr/>
          <a:lstStyle/>
          <a:p>
            <a:r>
              <a:t>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a:t>
            </a:r>
          </a:p>
        </p:txBody>
      </p:sp>
    </p:spTree>
  </p:cSld>
  <p:clrMapOvr>
    <a:masterClrMapping/>
  </p:clrMapOvr>
</p:sld>
</file>

<file path=ppt/slides/slide1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171</a:t>
            </a:r>
          </a:p>
        </p:txBody>
      </p:sp>
      <p:sp>
        <p:nvSpPr>
          <p:cNvPr id="3" name="Content Placeholder 2"/>
          <p:cNvSpPr>
            <a:spLocks noGrp="1"/>
          </p:cNvSpPr>
          <p:nvPr>
            <p:ph idx="1"/>
          </p:nvPr>
        </p:nvSpPr>
        <p:spPr/>
        <p:txBody>
          <a:bodyPr/>
          <a:lstStyle/>
          <a:p>
            <a:r>
              <a:t>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a:t>
            </a:r>
          </a:p>
        </p:txBody>
      </p:sp>
    </p:spTree>
  </p:cSld>
  <p:clrMapOvr>
    <a:masterClrMapping/>
  </p:clrMapOvr>
</p:sld>
</file>

<file path=ppt/slides/slide1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172</a:t>
            </a:r>
          </a:p>
        </p:txBody>
      </p:sp>
      <p:sp>
        <p:nvSpPr>
          <p:cNvPr id="3" name="Content Placeholder 2"/>
          <p:cNvSpPr>
            <a:spLocks noGrp="1"/>
          </p:cNvSpPr>
          <p:nvPr>
            <p:ph idx="1"/>
          </p:nvPr>
        </p:nvSpPr>
        <p:spPr/>
        <p:txBody>
          <a:bodyPr/>
          <a:lstStyle/>
          <a:p>
            <a:r>
              <a:t>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a:t>
            </a:r>
          </a:p>
        </p:txBody>
      </p:sp>
    </p:spTree>
  </p:cSld>
  <p:clrMapOvr>
    <a:masterClrMapping/>
  </p:clrMapOvr>
</p:sld>
</file>

<file path=ppt/slides/slide1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173</a:t>
            </a:r>
          </a:p>
        </p:txBody>
      </p:sp>
      <p:sp>
        <p:nvSpPr>
          <p:cNvPr id="3" name="Content Placeholder 2"/>
          <p:cNvSpPr>
            <a:spLocks noGrp="1"/>
          </p:cNvSpPr>
          <p:nvPr>
            <p:ph idx="1"/>
          </p:nvPr>
        </p:nvSpPr>
        <p:spPr/>
        <p:txBody>
          <a:bodyPr/>
          <a:lstStyle/>
          <a:p>
            <a:r>
              <a:t>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a:t>
            </a:r>
          </a:p>
        </p:txBody>
      </p:sp>
    </p:spTree>
  </p:cSld>
  <p:clrMapOvr>
    <a:masterClrMapping/>
  </p:clrMapOvr>
</p:sld>
</file>

<file path=ppt/slides/slide1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174</a:t>
            </a:r>
          </a:p>
        </p:txBody>
      </p:sp>
      <p:sp>
        <p:nvSpPr>
          <p:cNvPr id="3" name="Content Placeholder 2"/>
          <p:cNvSpPr>
            <a:spLocks noGrp="1"/>
          </p:cNvSpPr>
          <p:nvPr>
            <p:ph idx="1"/>
          </p:nvPr>
        </p:nvSpPr>
        <p:spPr/>
        <p:txBody>
          <a:bodyPr/>
          <a:lstStyle/>
          <a:p>
            <a:r>
              <a:t>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a:t>
            </a:r>
          </a:p>
        </p:txBody>
      </p:sp>
    </p:spTree>
  </p:cSld>
  <p:clrMapOvr>
    <a:masterClrMapping/>
  </p:clrMapOvr>
</p:sld>
</file>

<file path=ppt/slides/slide1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175</a:t>
            </a:r>
          </a:p>
        </p:txBody>
      </p:sp>
      <p:sp>
        <p:nvSpPr>
          <p:cNvPr id="3" name="Content Placeholder 2"/>
          <p:cNvSpPr>
            <a:spLocks noGrp="1"/>
          </p:cNvSpPr>
          <p:nvPr>
            <p:ph idx="1"/>
          </p:nvPr>
        </p:nvSpPr>
        <p:spPr/>
        <p:txBody>
          <a:bodyPr/>
          <a:lstStyle/>
          <a:p>
            <a:r>
              <a:t>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a:t>
            </a:r>
          </a:p>
        </p:txBody>
      </p:sp>
    </p:spTree>
  </p:cSld>
  <p:clrMapOvr>
    <a:masterClrMapping/>
  </p:clrMapOvr>
</p:sld>
</file>

<file path=ppt/slides/slide1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176</a:t>
            </a:r>
          </a:p>
        </p:txBody>
      </p:sp>
      <p:sp>
        <p:nvSpPr>
          <p:cNvPr id="3" name="Content Placeholder 2"/>
          <p:cNvSpPr>
            <a:spLocks noGrp="1"/>
          </p:cNvSpPr>
          <p:nvPr>
            <p:ph idx="1"/>
          </p:nvPr>
        </p:nvSpPr>
        <p:spPr/>
        <p:txBody>
          <a:bodyPr/>
          <a:lstStyle/>
          <a:p>
            <a:r>
              <a:t>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a:t>
            </a:r>
          </a:p>
        </p:txBody>
      </p:sp>
    </p:spTree>
  </p:cSld>
  <p:clrMapOvr>
    <a:masterClrMapping/>
  </p:clrMapOvr>
</p:sld>
</file>

<file path=ppt/slides/slide1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177</a:t>
            </a:r>
          </a:p>
        </p:txBody>
      </p:sp>
      <p:sp>
        <p:nvSpPr>
          <p:cNvPr id="3" name="Content Placeholder 2"/>
          <p:cNvSpPr>
            <a:spLocks noGrp="1"/>
          </p:cNvSpPr>
          <p:nvPr>
            <p:ph idx="1"/>
          </p:nvPr>
        </p:nvSpPr>
        <p:spPr/>
        <p:txBody>
          <a:bodyPr/>
          <a:lstStyle/>
          <a:p>
            <a:r>
              <a:t>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a:t>
            </a:r>
          </a:p>
        </p:txBody>
      </p:sp>
    </p:spTree>
  </p:cSld>
  <p:clrMapOvr>
    <a:masterClrMapping/>
  </p:clrMapOvr>
</p:sld>
</file>

<file path=ppt/slides/slide1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178</a:t>
            </a:r>
          </a:p>
        </p:txBody>
      </p:sp>
      <p:sp>
        <p:nvSpPr>
          <p:cNvPr id="3" name="Content Placeholder 2"/>
          <p:cNvSpPr>
            <a:spLocks noGrp="1"/>
          </p:cNvSpPr>
          <p:nvPr>
            <p:ph idx="1"/>
          </p:nvPr>
        </p:nvSpPr>
        <p:spPr/>
        <p:txBody>
          <a:bodyPr/>
          <a:lstStyle/>
          <a:p>
            <a:r>
              <a:t>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a:t>
            </a:r>
          </a:p>
        </p:txBody>
      </p:sp>
    </p:spTree>
  </p:cSld>
  <p:clrMapOvr>
    <a:masterClrMapping/>
  </p:clrMapOvr>
</p:sld>
</file>

<file path=ppt/slides/slide1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179</a:t>
            </a:r>
          </a:p>
        </p:txBody>
      </p:sp>
      <p:sp>
        <p:nvSpPr>
          <p:cNvPr id="3" name="Content Placeholder 2"/>
          <p:cNvSpPr>
            <a:spLocks noGrp="1"/>
          </p:cNvSpPr>
          <p:nvPr>
            <p:ph idx="1"/>
          </p:nvPr>
        </p:nvSpPr>
        <p:spPr/>
        <p:txBody>
          <a:bodyPr/>
          <a:lstStyle/>
          <a:p>
            <a:r>
              <a:t>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a:t>
            </a:r>
          </a:p>
        </p:txBody>
      </p:sp>
    </p:spTree>
  </p:cSld>
  <p:clrMapOvr>
    <a:masterClrMapping/>
  </p:clrMapOvr>
</p:sld>
</file>

<file path=ppt/slides/slide1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180</a:t>
            </a:r>
          </a:p>
        </p:txBody>
      </p:sp>
      <p:sp>
        <p:nvSpPr>
          <p:cNvPr id="3" name="Content Placeholder 2"/>
          <p:cNvSpPr>
            <a:spLocks noGrp="1"/>
          </p:cNvSpPr>
          <p:nvPr>
            <p:ph idx="1"/>
          </p:nvPr>
        </p:nvSpPr>
        <p:spPr/>
        <p:txBody>
          <a:bodyPr/>
          <a:lstStyle/>
          <a:p>
            <a:r>
              <a:t>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a:t>
            </a:r>
          </a:p>
        </p:txBody>
      </p:sp>
    </p:spTree>
  </p:cSld>
  <p:clrMapOvr>
    <a:masterClrMapping/>
  </p:clrMapOvr>
</p:sld>
</file>

<file path=ppt/slides/slide1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181</a:t>
            </a:r>
          </a:p>
        </p:txBody>
      </p:sp>
      <p:sp>
        <p:nvSpPr>
          <p:cNvPr id="3" name="Content Placeholder 2"/>
          <p:cNvSpPr>
            <a:spLocks noGrp="1"/>
          </p:cNvSpPr>
          <p:nvPr>
            <p:ph idx="1"/>
          </p:nvPr>
        </p:nvSpPr>
        <p:spPr/>
        <p:txBody>
          <a:bodyPr/>
          <a:lstStyle/>
          <a:p>
            <a:r>
              <a:t>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a:t>
            </a:r>
          </a:p>
        </p:txBody>
      </p:sp>
    </p:spTree>
  </p:cSld>
  <p:clrMapOvr>
    <a:masterClrMapping/>
  </p:clrMapOvr>
</p:sld>
</file>

<file path=ppt/slides/slide1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182</a:t>
            </a:r>
          </a:p>
        </p:txBody>
      </p:sp>
      <p:sp>
        <p:nvSpPr>
          <p:cNvPr id="3" name="Content Placeholder 2"/>
          <p:cNvSpPr>
            <a:spLocks noGrp="1"/>
          </p:cNvSpPr>
          <p:nvPr>
            <p:ph idx="1"/>
          </p:nvPr>
        </p:nvSpPr>
        <p:spPr/>
        <p:txBody>
          <a:bodyPr/>
          <a:lstStyle/>
          <a:p>
            <a:r>
              <a:t>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a:t>
            </a:r>
          </a:p>
        </p:txBody>
      </p:sp>
    </p:spTree>
  </p:cSld>
  <p:clrMapOvr>
    <a:masterClrMapping/>
  </p:clrMapOvr>
</p:sld>
</file>

<file path=ppt/slides/slide1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183</a:t>
            </a:r>
          </a:p>
        </p:txBody>
      </p:sp>
      <p:sp>
        <p:nvSpPr>
          <p:cNvPr id="3" name="Content Placeholder 2"/>
          <p:cNvSpPr>
            <a:spLocks noGrp="1"/>
          </p:cNvSpPr>
          <p:nvPr>
            <p:ph idx="1"/>
          </p:nvPr>
        </p:nvSpPr>
        <p:spPr/>
        <p:txBody>
          <a:bodyPr/>
          <a:lstStyle/>
          <a:p>
            <a:r>
              <a:t>.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a:t>
            </a:r>
          </a:p>
        </p:txBody>
      </p:sp>
    </p:spTree>
  </p:cSld>
  <p:clrMapOvr>
    <a:masterClrMapping/>
  </p:clrMapOvr>
</p:sld>
</file>

<file path=ppt/slides/slide1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184</a:t>
            </a:r>
          </a:p>
        </p:txBody>
      </p:sp>
      <p:sp>
        <p:nvSpPr>
          <p:cNvPr id="3" name="Content Placeholder 2"/>
          <p:cNvSpPr>
            <a:spLocks noGrp="1"/>
          </p:cNvSpPr>
          <p:nvPr>
            <p:ph idx="1"/>
          </p:nvPr>
        </p:nvSpPr>
        <p:spPr/>
        <p:txBody>
          <a:bodyPr/>
          <a:lstStyle/>
          <a:p>
            <a:r>
              <a:t>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a:t>
            </a:r>
          </a:p>
        </p:txBody>
      </p:sp>
    </p:spTree>
  </p:cSld>
  <p:clrMapOvr>
    <a:masterClrMapping/>
  </p:clrMapOvr>
</p:sld>
</file>

<file path=ppt/slides/slide1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185</a:t>
            </a:r>
          </a:p>
        </p:txBody>
      </p:sp>
      <p:sp>
        <p:nvSpPr>
          <p:cNvPr id="3" name="Content Placeholder 2"/>
          <p:cNvSpPr>
            <a:spLocks noGrp="1"/>
          </p:cNvSpPr>
          <p:nvPr>
            <p:ph idx="1"/>
          </p:nvPr>
        </p:nvSpPr>
        <p:spPr/>
        <p:txBody>
          <a:bodyPr/>
          <a:lstStyle/>
          <a:p>
            <a:r>
              <a:t>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a:t>
            </a:r>
          </a:p>
        </p:txBody>
      </p:sp>
    </p:spTree>
  </p:cSld>
  <p:clrMapOvr>
    <a:masterClrMapping/>
  </p:clrMapOvr>
</p:sld>
</file>

<file path=ppt/slides/slide1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186</a:t>
            </a:r>
          </a:p>
        </p:txBody>
      </p:sp>
      <p:sp>
        <p:nvSpPr>
          <p:cNvPr id="3" name="Content Placeholder 2"/>
          <p:cNvSpPr>
            <a:spLocks noGrp="1"/>
          </p:cNvSpPr>
          <p:nvPr>
            <p:ph idx="1"/>
          </p:nvPr>
        </p:nvSpPr>
        <p:spPr/>
        <p:txBody>
          <a:bodyPr/>
          <a:lstStyle/>
          <a:p>
            <a:r>
              <a:t>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a:t>
            </a:r>
          </a:p>
        </p:txBody>
      </p:sp>
    </p:spTree>
  </p:cSld>
  <p:clrMapOvr>
    <a:masterClrMapping/>
  </p:clrMapOvr>
</p:sld>
</file>

<file path=ppt/slides/slide1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187</a:t>
            </a:r>
          </a:p>
        </p:txBody>
      </p:sp>
      <p:sp>
        <p:nvSpPr>
          <p:cNvPr id="3" name="Content Placeholder 2"/>
          <p:cNvSpPr>
            <a:spLocks noGrp="1"/>
          </p:cNvSpPr>
          <p:nvPr>
            <p:ph idx="1"/>
          </p:nvPr>
        </p:nvSpPr>
        <p:spPr/>
        <p:txBody>
          <a:bodyPr/>
          <a:lstStyle/>
          <a:p>
            <a:r>
              <a:t>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a:t>
            </a:r>
          </a:p>
        </p:txBody>
      </p:sp>
    </p:spTree>
  </p:cSld>
  <p:clrMapOvr>
    <a:masterClrMapping/>
  </p:clrMapOvr>
</p:sld>
</file>

<file path=ppt/slides/slide1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188</a:t>
            </a:r>
          </a:p>
        </p:txBody>
      </p:sp>
      <p:sp>
        <p:nvSpPr>
          <p:cNvPr id="3" name="Content Placeholder 2"/>
          <p:cNvSpPr>
            <a:spLocks noGrp="1"/>
          </p:cNvSpPr>
          <p:nvPr>
            <p:ph idx="1"/>
          </p:nvPr>
        </p:nvSpPr>
        <p:spPr/>
        <p:txBody>
          <a:bodyPr/>
          <a:lstStyle/>
          <a:p>
            <a:r>
              <a:t>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a:t>
            </a:r>
          </a:p>
        </p:txBody>
      </p:sp>
    </p:spTree>
  </p:cSld>
  <p:clrMapOvr>
    <a:masterClrMapping/>
  </p:clrMapOvr>
</p:sld>
</file>

<file path=ppt/slides/slide1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189</a:t>
            </a:r>
          </a:p>
        </p:txBody>
      </p:sp>
      <p:sp>
        <p:nvSpPr>
          <p:cNvPr id="3" name="Content Placeholder 2"/>
          <p:cNvSpPr>
            <a:spLocks noGrp="1"/>
          </p:cNvSpPr>
          <p:nvPr>
            <p:ph idx="1"/>
          </p:nvPr>
        </p:nvSpPr>
        <p:spPr/>
        <p:txBody>
          <a:bodyPr/>
          <a:lstStyle/>
          <a:p>
            <a:r>
              <a:t>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a:t>
            </a:r>
          </a:p>
        </p:txBody>
      </p:sp>
    </p:spTree>
  </p:cSld>
  <p:clrMapOvr>
    <a:masterClrMapping/>
  </p:clrMapOvr>
</p:sld>
</file>

<file path=ppt/slides/slide1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190</a:t>
            </a:r>
          </a:p>
        </p:txBody>
      </p:sp>
      <p:sp>
        <p:nvSpPr>
          <p:cNvPr id="3" name="Content Placeholder 2"/>
          <p:cNvSpPr>
            <a:spLocks noGrp="1"/>
          </p:cNvSpPr>
          <p:nvPr>
            <p:ph idx="1"/>
          </p:nvPr>
        </p:nvSpPr>
        <p:spPr/>
        <p:txBody>
          <a:bodyPr/>
          <a:lstStyle/>
          <a:p>
            <a:r>
              <a:t>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a:t>
            </a:r>
          </a:p>
        </p:txBody>
      </p:sp>
    </p:spTree>
  </p:cSld>
  <p:clrMapOvr>
    <a:masterClrMapping/>
  </p:clrMapOvr>
</p:sld>
</file>

<file path=ppt/slides/slide1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191</a:t>
            </a:r>
          </a:p>
        </p:txBody>
      </p:sp>
      <p:sp>
        <p:nvSpPr>
          <p:cNvPr id="3" name="Content Placeholder 2"/>
          <p:cNvSpPr>
            <a:spLocks noGrp="1"/>
          </p:cNvSpPr>
          <p:nvPr>
            <p:ph idx="1"/>
          </p:nvPr>
        </p:nvSpPr>
        <p:spPr/>
        <p:txBody>
          <a:bodyPr/>
          <a:lstStyle/>
          <a:p>
            <a:r>
              <a:t>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a:t>
            </a:r>
          </a:p>
        </p:txBody>
      </p:sp>
    </p:spTree>
  </p:cSld>
  <p:clrMapOvr>
    <a:masterClrMapping/>
  </p:clrMapOvr>
</p:sld>
</file>

<file path=ppt/slides/slide1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192</a:t>
            </a:r>
          </a:p>
        </p:txBody>
      </p:sp>
      <p:sp>
        <p:nvSpPr>
          <p:cNvPr id="3" name="Content Placeholder 2"/>
          <p:cNvSpPr>
            <a:spLocks noGrp="1"/>
          </p:cNvSpPr>
          <p:nvPr>
            <p:ph idx="1"/>
          </p:nvPr>
        </p:nvSpPr>
        <p:spPr/>
        <p:txBody>
          <a:bodyPr/>
          <a:lstStyle/>
          <a:p>
            <a:r>
              <a:t>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a:t>
            </a:r>
          </a:p>
        </p:txBody>
      </p:sp>
    </p:spTree>
  </p:cSld>
  <p:clrMapOvr>
    <a:masterClrMapping/>
  </p:clrMapOvr>
</p:sld>
</file>

<file path=ppt/slides/slide1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193</a:t>
            </a:r>
          </a:p>
        </p:txBody>
      </p:sp>
      <p:sp>
        <p:nvSpPr>
          <p:cNvPr id="3" name="Content Placeholder 2"/>
          <p:cNvSpPr>
            <a:spLocks noGrp="1"/>
          </p:cNvSpPr>
          <p:nvPr>
            <p:ph idx="1"/>
          </p:nvPr>
        </p:nvSpPr>
        <p:spPr/>
        <p:txBody>
          <a:bodyPr/>
          <a:lstStyle/>
          <a:p>
            <a:r>
              <a:t>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a:t>
            </a:r>
          </a:p>
        </p:txBody>
      </p:sp>
    </p:spTree>
  </p:cSld>
  <p:clrMapOvr>
    <a:masterClrMapping/>
  </p:clrMapOvr>
</p:sld>
</file>

<file path=ppt/slides/slide1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194</a:t>
            </a:r>
          </a:p>
        </p:txBody>
      </p:sp>
      <p:sp>
        <p:nvSpPr>
          <p:cNvPr id="3" name="Content Placeholder 2"/>
          <p:cNvSpPr>
            <a:spLocks noGrp="1"/>
          </p:cNvSpPr>
          <p:nvPr>
            <p:ph idx="1"/>
          </p:nvPr>
        </p:nvSpPr>
        <p:spPr/>
        <p:txBody>
          <a:bodyPr/>
          <a:lstStyle/>
          <a:p>
            <a:r>
              <a:t>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a:t>
            </a:r>
          </a:p>
        </p:txBody>
      </p:sp>
    </p:spTree>
  </p:cSld>
  <p:clrMapOvr>
    <a:masterClrMapping/>
  </p:clrMapOvr>
</p:sld>
</file>

<file path=ppt/slides/slide1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195</a:t>
            </a:r>
          </a:p>
        </p:txBody>
      </p:sp>
      <p:sp>
        <p:nvSpPr>
          <p:cNvPr id="3" name="Content Placeholder 2"/>
          <p:cNvSpPr>
            <a:spLocks noGrp="1"/>
          </p:cNvSpPr>
          <p:nvPr>
            <p:ph idx="1"/>
          </p:nvPr>
        </p:nvSpPr>
        <p:spPr/>
        <p:txBody>
          <a:bodyPr/>
          <a:lstStyle/>
          <a:p>
            <a:r>
              <a:t>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a:t>
            </a:r>
          </a:p>
        </p:txBody>
      </p:sp>
    </p:spTree>
  </p:cSld>
  <p:clrMapOvr>
    <a:masterClrMapping/>
  </p:clrMapOvr>
</p:sld>
</file>

<file path=ppt/slides/slide1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196</a:t>
            </a:r>
          </a:p>
        </p:txBody>
      </p:sp>
      <p:sp>
        <p:nvSpPr>
          <p:cNvPr id="3" name="Content Placeholder 2"/>
          <p:cNvSpPr>
            <a:spLocks noGrp="1"/>
          </p:cNvSpPr>
          <p:nvPr>
            <p:ph idx="1"/>
          </p:nvPr>
        </p:nvSpPr>
        <p:spPr/>
        <p:txBody>
          <a:bodyPr/>
          <a:lstStyle/>
          <a:p>
            <a:r>
              <a:t>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a:t>
            </a:r>
          </a:p>
        </p:txBody>
      </p:sp>
    </p:spTree>
  </p:cSld>
  <p:clrMapOvr>
    <a:masterClrMapping/>
  </p:clrMapOvr>
</p:sld>
</file>

<file path=ppt/slides/slide1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197</a:t>
            </a:r>
          </a:p>
        </p:txBody>
      </p:sp>
      <p:sp>
        <p:nvSpPr>
          <p:cNvPr id="3" name="Content Placeholder 2"/>
          <p:cNvSpPr>
            <a:spLocks noGrp="1"/>
          </p:cNvSpPr>
          <p:nvPr>
            <p:ph idx="1"/>
          </p:nvPr>
        </p:nvSpPr>
        <p:spPr/>
        <p:txBody>
          <a:bodyPr/>
          <a:lstStyle/>
          <a:p>
            <a:r>
              <a:t>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a:t>
            </a:r>
          </a:p>
        </p:txBody>
      </p:sp>
    </p:spTree>
  </p:cSld>
  <p:clrMapOvr>
    <a:masterClrMapping/>
  </p:clrMapOvr>
</p:sld>
</file>

<file path=ppt/slides/slide1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198</a:t>
            </a:r>
          </a:p>
        </p:txBody>
      </p:sp>
      <p:sp>
        <p:nvSpPr>
          <p:cNvPr id="3" name="Content Placeholder 2"/>
          <p:cNvSpPr>
            <a:spLocks noGrp="1"/>
          </p:cNvSpPr>
          <p:nvPr>
            <p:ph idx="1"/>
          </p:nvPr>
        </p:nvSpPr>
        <p:spPr/>
        <p:txBody>
          <a:bodyPr/>
          <a:lstStyle/>
          <a:p>
            <a:r>
              <a:t>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a:t>
            </a:r>
          </a:p>
        </p:txBody>
      </p:sp>
    </p:spTree>
  </p:cSld>
  <p:clrMapOvr>
    <a:masterClrMapping/>
  </p:clrMapOvr>
</p:sld>
</file>

<file path=ppt/slides/slide1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199</a:t>
            </a:r>
          </a:p>
        </p:txBody>
      </p:sp>
      <p:sp>
        <p:nvSpPr>
          <p:cNvPr id="3" name="Content Placeholder 2"/>
          <p:cNvSpPr>
            <a:spLocks noGrp="1"/>
          </p:cNvSpPr>
          <p:nvPr>
            <p:ph idx="1"/>
          </p:nvPr>
        </p:nvSpPr>
        <p:spPr/>
        <p:txBody>
          <a:bodyPr/>
          <a:lstStyle/>
          <a:p>
            <a:r>
              <a:t>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a:t>
            </a:r>
          </a:p>
        </p:txBody>
      </p:sp>
    </p:spTree>
  </p:cSld>
  <p:clrMapOvr>
    <a:masterClrMapping/>
  </p:clrMapOvr>
</p:sld>
</file>

<file path=ppt/slides/slide2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200</a:t>
            </a:r>
          </a:p>
        </p:txBody>
      </p:sp>
      <p:sp>
        <p:nvSpPr>
          <p:cNvPr id="3" name="Content Placeholder 2"/>
          <p:cNvSpPr>
            <a:spLocks noGrp="1"/>
          </p:cNvSpPr>
          <p:nvPr>
            <p:ph idx="1"/>
          </p:nvPr>
        </p:nvSpPr>
        <p:spPr/>
        <p:txBody>
          <a:bodyPr/>
          <a:lstStyle/>
          <a:p>
            <a:r>
              <a:t>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a:t>
            </a:r>
          </a:p>
        </p:txBody>
      </p:sp>
    </p:spTree>
  </p:cSld>
  <p:clrMapOvr>
    <a:masterClrMapping/>
  </p:clrMapOvr>
</p:sld>
</file>

<file path=ppt/slides/slide2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201</a:t>
            </a:r>
          </a:p>
        </p:txBody>
      </p:sp>
      <p:sp>
        <p:nvSpPr>
          <p:cNvPr id="3" name="Content Placeholder 2"/>
          <p:cNvSpPr>
            <a:spLocks noGrp="1"/>
          </p:cNvSpPr>
          <p:nvPr>
            <p:ph idx="1"/>
          </p:nvPr>
        </p:nvSpPr>
        <p:spPr/>
        <p:txBody>
          <a:bodyPr/>
          <a:lstStyle/>
          <a:p>
            <a:r>
              <a:t>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a:t>
            </a:r>
          </a:p>
        </p:txBody>
      </p:sp>
    </p:spTree>
  </p:cSld>
  <p:clrMapOvr>
    <a:masterClrMapping/>
  </p:clrMapOvr>
</p:sld>
</file>

<file path=ppt/slides/slide2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202</a:t>
            </a:r>
          </a:p>
        </p:txBody>
      </p:sp>
      <p:sp>
        <p:nvSpPr>
          <p:cNvPr id="3" name="Content Placeholder 2"/>
          <p:cNvSpPr>
            <a:spLocks noGrp="1"/>
          </p:cNvSpPr>
          <p:nvPr>
            <p:ph idx="1"/>
          </p:nvPr>
        </p:nvSpPr>
        <p:spPr/>
        <p:txBody>
          <a:bodyPr/>
          <a:lstStyle/>
          <a:p>
            <a:r>
              <a:t>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a:t>
            </a:r>
          </a:p>
        </p:txBody>
      </p:sp>
    </p:spTree>
  </p:cSld>
  <p:clrMapOvr>
    <a:masterClrMapping/>
  </p:clrMapOvr>
</p:sld>
</file>

<file path=ppt/slides/slide2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203</a:t>
            </a:r>
          </a:p>
        </p:txBody>
      </p:sp>
      <p:sp>
        <p:nvSpPr>
          <p:cNvPr id="3" name="Content Placeholder 2"/>
          <p:cNvSpPr>
            <a:spLocks noGrp="1"/>
          </p:cNvSpPr>
          <p:nvPr>
            <p:ph idx="1"/>
          </p:nvPr>
        </p:nvSpPr>
        <p:spPr/>
        <p:txBody>
          <a:bodyPr/>
          <a:lstStyle/>
          <a:p>
            <a:r>
              <a:t>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a:t>
            </a:r>
          </a:p>
        </p:txBody>
      </p:sp>
    </p:spTree>
  </p:cSld>
  <p:clrMapOvr>
    <a:masterClrMapping/>
  </p:clrMapOvr>
</p:sld>
</file>

<file path=ppt/slides/slide2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204</a:t>
            </a:r>
          </a:p>
        </p:txBody>
      </p:sp>
      <p:sp>
        <p:nvSpPr>
          <p:cNvPr id="3" name="Content Placeholder 2"/>
          <p:cNvSpPr>
            <a:spLocks noGrp="1"/>
          </p:cNvSpPr>
          <p:nvPr>
            <p:ph idx="1"/>
          </p:nvPr>
        </p:nvSpPr>
        <p:spPr/>
        <p:txBody>
          <a:bodyPr/>
          <a:lstStyle/>
          <a:p>
            <a:r>
              <a:t>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a:t>
            </a:r>
          </a:p>
        </p:txBody>
      </p:sp>
    </p:spTree>
  </p:cSld>
  <p:clrMapOvr>
    <a:masterClrMapping/>
  </p:clrMapOvr>
</p:sld>
</file>

<file path=ppt/slides/slide2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205</a:t>
            </a:r>
          </a:p>
        </p:txBody>
      </p:sp>
      <p:sp>
        <p:nvSpPr>
          <p:cNvPr id="3" name="Content Placeholder 2"/>
          <p:cNvSpPr>
            <a:spLocks noGrp="1"/>
          </p:cNvSpPr>
          <p:nvPr>
            <p:ph idx="1"/>
          </p:nvPr>
        </p:nvSpPr>
        <p:spPr/>
        <p:txBody>
          <a:bodyPr/>
          <a:lstStyle/>
          <a:p>
            <a:r>
              <a:t>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a:t>
            </a:r>
          </a:p>
        </p:txBody>
      </p:sp>
    </p:spTree>
  </p:cSld>
  <p:clrMapOvr>
    <a:masterClrMapping/>
  </p:clrMapOvr>
</p:sld>
</file>

<file path=ppt/slides/slide2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206</a:t>
            </a:r>
          </a:p>
        </p:txBody>
      </p:sp>
      <p:sp>
        <p:nvSpPr>
          <p:cNvPr id="3" name="Content Placeholder 2"/>
          <p:cNvSpPr>
            <a:spLocks noGrp="1"/>
          </p:cNvSpPr>
          <p:nvPr>
            <p:ph idx="1"/>
          </p:nvPr>
        </p:nvSpPr>
        <p:spPr/>
        <p:txBody>
          <a:bodyPr/>
          <a:lstStyle/>
          <a:p>
            <a:r>
              <a:t>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a:t>
            </a:r>
          </a:p>
        </p:txBody>
      </p:sp>
    </p:spTree>
  </p:cSld>
  <p:clrMapOvr>
    <a:masterClrMapping/>
  </p:clrMapOvr>
</p:sld>
</file>

<file path=ppt/slides/slide2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207</a:t>
            </a:r>
          </a:p>
        </p:txBody>
      </p:sp>
      <p:sp>
        <p:nvSpPr>
          <p:cNvPr id="3" name="Content Placeholder 2"/>
          <p:cNvSpPr>
            <a:spLocks noGrp="1"/>
          </p:cNvSpPr>
          <p:nvPr>
            <p:ph idx="1"/>
          </p:nvPr>
        </p:nvSpPr>
        <p:spPr/>
        <p:txBody>
          <a:bodyPr/>
          <a:lstStyle/>
          <a:p>
            <a:r>
              <a:t>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a:t>
            </a:r>
          </a:p>
        </p:txBody>
      </p:sp>
    </p:spTree>
  </p:cSld>
  <p:clrMapOvr>
    <a:masterClrMapping/>
  </p:clrMapOvr>
</p:sld>
</file>

<file path=ppt/slides/slide2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208</a:t>
            </a:r>
          </a:p>
        </p:txBody>
      </p:sp>
      <p:sp>
        <p:nvSpPr>
          <p:cNvPr id="3" name="Content Placeholder 2"/>
          <p:cNvSpPr>
            <a:spLocks noGrp="1"/>
          </p:cNvSpPr>
          <p:nvPr>
            <p:ph idx="1"/>
          </p:nvPr>
        </p:nvSpPr>
        <p:spPr/>
        <p:txBody>
          <a:bodyPr/>
          <a:lstStyle/>
          <a:p>
            <a:r>
              <a:t>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a:t>
            </a:r>
          </a:p>
        </p:txBody>
      </p:sp>
    </p:spTree>
  </p:cSld>
  <p:clrMapOvr>
    <a:masterClrMapping/>
  </p:clrMapOvr>
</p:sld>
</file>

<file path=ppt/slides/slide2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209</a:t>
            </a:r>
          </a:p>
        </p:txBody>
      </p:sp>
      <p:sp>
        <p:nvSpPr>
          <p:cNvPr id="3" name="Content Placeholder 2"/>
          <p:cNvSpPr>
            <a:spLocks noGrp="1"/>
          </p:cNvSpPr>
          <p:nvPr>
            <p:ph idx="1"/>
          </p:nvPr>
        </p:nvSpPr>
        <p:spPr/>
        <p:txBody>
          <a:bodyPr/>
          <a:lstStyle/>
          <a:p>
            <a:r>
              <a:t>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a:t>
            </a:r>
          </a:p>
        </p:txBody>
      </p:sp>
    </p:spTree>
  </p:cSld>
  <p:clrMapOvr>
    <a:masterClrMapping/>
  </p:clrMapOvr>
</p:sld>
</file>

<file path=ppt/slides/slide2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210</a:t>
            </a:r>
          </a:p>
        </p:txBody>
      </p:sp>
      <p:sp>
        <p:nvSpPr>
          <p:cNvPr id="3" name="Content Placeholder 2"/>
          <p:cNvSpPr>
            <a:spLocks noGrp="1"/>
          </p:cNvSpPr>
          <p:nvPr>
            <p:ph idx="1"/>
          </p:nvPr>
        </p:nvSpPr>
        <p:spPr/>
        <p:txBody>
          <a:bodyPr/>
          <a:lstStyle/>
          <a:p>
            <a:r>
              <a:t>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a:t>
            </a:r>
          </a:p>
          <a:p>
            <a:r>
              <a:t>[개인정보]</a:t>
            </a:r>
          </a:p>
          <a:p>
            <a:r>
              <a:t>주민등록번호: 900123-1234567</a:t>
            </a:r>
          </a:p>
          <a:p>
            <a:r>
              <a:t>신용카드: 4532-1234-5678-9012</a:t>
            </a:r>
          </a:p>
          <a:p>
            <a:r>
              <a:t>전화번호: 010-9876-5432</a:t>
            </a:r>
          </a:p>
          <a:p>
            <a:r>
              <a:t>이메일: hong.gildong@company.com</a:t>
            </a:r>
          </a:p>
          <a:p>
            <a:r>
              <a:t>계좌번호: 110-123-456789</a:t>
            </a:r>
          </a:p>
          <a:p>
            <a:r>
              <a:t>사업자등록번호: 123-45-67890</a:t>
            </a:r>
          </a:p>
          <a:p>
            <a:r>
              <a:t>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a:t>
            </a:r>
          </a:p>
        </p:txBody>
      </p:sp>
    </p:spTree>
  </p:cSld>
  <p:clrMapOvr>
    <a:masterClrMapping/>
  </p:clrMapOvr>
</p:sld>
</file>

<file path=ppt/slides/slide2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211</a:t>
            </a:r>
          </a:p>
        </p:txBody>
      </p:sp>
      <p:sp>
        <p:nvSpPr>
          <p:cNvPr id="3" name="Content Placeholder 2"/>
          <p:cNvSpPr>
            <a:spLocks noGrp="1"/>
          </p:cNvSpPr>
          <p:nvPr>
            <p:ph idx="1"/>
          </p:nvPr>
        </p:nvSpPr>
        <p:spPr/>
        <p:txBody>
          <a:bodyPr/>
          <a:lstStyle/>
          <a:p>
            <a:r>
              <a:t>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a:t>
            </a:r>
          </a:p>
        </p:txBody>
      </p:sp>
    </p:spTree>
  </p:cSld>
  <p:clrMapOvr>
    <a:masterClrMapping/>
  </p:clrMapOvr>
</p:sld>
</file>

<file path=ppt/slides/slide2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212</a:t>
            </a:r>
          </a:p>
        </p:txBody>
      </p:sp>
      <p:sp>
        <p:nvSpPr>
          <p:cNvPr id="3" name="Content Placeholder 2"/>
          <p:cNvSpPr>
            <a:spLocks noGrp="1"/>
          </p:cNvSpPr>
          <p:nvPr>
            <p:ph idx="1"/>
          </p:nvPr>
        </p:nvSpPr>
        <p:spPr/>
        <p:txBody>
          <a:bodyPr/>
          <a:lstStyle/>
          <a:p>
            <a:r>
              <a:t>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a:t>
            </a:r>
          </a:p>
        </p:txBody>
      </p:sp>
    </p:spTree>
  </p:cSld>
  <p:clrMapOvr>
    <a:masterClrMapping/>
  </p:clrMapOvr>
</p:sld>
</file>

<file path=ppt/slides/slide2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213</a:t>
            </a:r>
          </a:p>
        </p:txBody>
      </p:sp>
      <p:sp>
        <p:nvSpPr>
          <p:cNvPr id="3" name="Content Placeholder 2"/>
          <p:cNvSpPr>
            <a:spLocks noGrp="1"/>
          </p:cNvSpPr>
          <p:nvPr>
            <p:ph idx="1"/>
          </p:nvPr>
        </p:nvSpPr>
        <p:spPr/>
        <p:txBody>
          <a:bodyPr/>
          <a:lstStyle/>
          <a:p>
            <a:r>
              <a:t>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a:t>
            </a:r>
          </a:p>
        </p:txBody>
      </p:sp>
    </p:spTree>
  </p:cSld>
  <p:clrMapOvr>
    <a:masterClrMapping/>
  </p:clrMapOvr>
</p:sld>
</file>

<file path=ppt/slides/slide2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214</a:t>
            </a:r>
          </a:p>
        </p:txBody>
      </p:sp>
      <p:sp>
        <p:nvSpPr>
          <p:cNvPr id="3" name="Content Placeholder 2"/>
          <p:cNvSpPr>
            <a:spLocks noGrp="1"/>
          </p:cNvSpPr>
          <p:nvPr>
            <p:ph idx="1"/>
          </p:nvPr>
        </p:nvSpPr>
        <p:spPr/>
        <p:txBody>
          <a:bodyPr/>
          <a:lstStyle/>
          <a:p>
            <a:r>
              <a:t>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a:t>
            </a:r>
          </a:p>
        </p:txBody>
      </p:sp>
    </p:spTree>
  </p:cSld>
  <p:clrMapOvr>
    <a:masterClrMapping/>
  </p:clrMapOvr>
</p:sld>
</file>

<file path=ppt/slides/slide2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215</a:t>
            </a:r>
          </a:p>
        </p:txBody>
      </p:sp>
      <p:sp>
        <p:nvSpPr>
          <p:cNvPr id="3" name="Content Placeholder 2"/>
          <p:cNvSpPr>
            <a:spLocks noGrp="1"/>
          </p:cNvSpPr>
          <p:nvPr>
            <p:ph idx="1"/>
          </p:nvPr>
        </p:nvSpPr>
        <p:spPr/>
        <p:txBody>
          <a:bodyPr/>
          <a:lstStyle/>
          <a:p>
            <a:r>
              <a:t>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a:t>
            </a:r>
          </a:p>
        </p:txBody>
      </p:sp>
    </p:spTree>
  </p:cSld>
  <p:clrMapOvr>
    <a:masterClrMapping/>
  </p:clrMapOvr>
</p:sld>
</file>

<file path=ppt/slides/slide2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216</a:t>
            </a:r>
          </a:p>
        </p:txBody>
      </p:sp>
      <p:sp>
        <p:nvSpPr>
          <p:cNvPr id="3" name="Content Placeholder 2"/>
          <p:cNvSpPr>
            <a:spLocks noGrp="1"/>
          </p:cNvSpPr>
          <p:nvPr>
            <p:ph idx="1"/>
          </p:nvPr>
        </p:nvSpPr>
        <p:spPr/>
        <p:txBody>
          <a:bodyPr/>
          <a:lstStyle/>
          <a:p>
            <a:r>
              <a:t>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a:t>
            </a:r>
          </a:p>
        </p:txBody>
      </p:sp>
    </p:spTree>
  </p:cSld>
  <p:clrMapOvr>
    <a:masterClrMapping/>
  </p:clrMapOvr>
</p:sld>
</file>

<file path=ppt/slides/slide2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217</a:t>
            </a:r>
          </a:p>
        </p:txBody>
      </p:sp>
      <p:sp>
        <p:nvSpPr>
          <p:cNvPr id="3" name="Content Placeholder 2"/>
          <p:cNvSpPr>
            <a:spLocks noGrp="1"/>
          </p:cNvSpPr>
          <p:nvPr>
            <p:ph idx="1"/>
          </p:nvPr>
        </p:nvSpPr>
        <p:spPr/>
        <p:txBody>
          <a:bodyPr/>
          <a:lstStyle/>
          <a:p>
            <a:r>
              <a:t>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a:t>
            </a:r>
          </a:p>
        </p:txBody>
      </p:sp>
    </p:spTree>
  </p:cSld>
  <p:clrMapOvr>
    <a:masterClrMapping/>
  </p:clrMapOvr>
</p:sld>
</file>

<file path=ppt/slides/slide2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218</a:t>
            </a:r>
          </a:p>
        </p:txBody>
      </p:sp>
      <p:sp>
        <p:nvSpPr>
          <p:cNvPr id="3" name="Content Placeholder 2"/>
          <p:cNvSpPr>
            <a:spLocks noGrp="1"/>
          </p:cNvSpPr>
          <p:nvPr>
            <p:ph idx="1"/>
          </p:nvPr>
        </p:nvSpPr>
        <p:spPr/>
        <p:txBody>
          <a:bodyPr/>
          <a:lstStyle/>
          <a:p>
            <a:r>
              <a:t>.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a:t>
            </a:r>
          </a:p>
        </p:txBody>
      </p:sp>
    </p:spTree>
  </p:cSld>
  <p:clrMapOvr>
    <a:masterClrMapping/>
  </p:clrMapOvr>
</p:sld>
</file>

<file path=ppt/slides/slide2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219</a:t>
            </a:r>
          </a:p>
        </p:txBody>
      </p:sp>
      <p:sp>
        <p:nvSpPr>
          <p:cNvPr id="3" name="Content Placeholder 2"/>
          <p:cNvSpPr>
            <a:spLocks noGrp="1"/>
          </p:cNvSpPr>
          <p:nvPr>
            <p:ph idx="1"/>
          </p:nvPr>
        </p:nvSpPr>
        <p:spPr/>
        <p:txBody>
          <a:bodyPr/>
          <a:lstStyle/>
          <a:p>
            <a:r>
              <a:t>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a:t>
            </a:r>
          </a:p>
        </p:txBody>
      </p:sp>
    </p:spTree>
  </p:cSld>
  <p:clrMapOvr>
    <a:masterClrMapping/>
  </p:clrMapOvr>
</p:sld>
</file>

<file path=ppt/slides/slide2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220</a:t>
            </a:r>
          </a:p>
        </p:txBody>
      </p:sp>
      <p:sp>
        <p:nvSpPr>
          <p:cNvPr id="3" name="Content Placeholder 2"/>
          <p:cNvSpPr>
            <a:spLocks noGrp="1"/>
          </p:cNvSpPr>
          <p:nvPr>
            <p:ph idx="1"/>
          </p:nvPr>
        </p:nvSpPr>
        <p:spPr/>
        <p:txBody>
          <a:bodyPr/>
          <a:lstStyle/>
          <a:p>
            <a:r>
              <a:t>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a:t>
            </a:r>
          </a:p>
        </p:txBody>
      </p:sp>
    </p:spTree>
  </p:cSld>
  <p:clrMapOvr>
    <a:masterClrMapping/>
  </p:clrMapOvr>
</p:sld>
</file>

<file path=ppt/slides/slide2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221</a:t>
            </a:r>
          </a:p>
        </p:txBody>
      </p:sp>
      <p:sp>
        <p:nvSpPr>
          <p:cNvPr id="3" name="Content Placeholder 2"/>
          <p:cNvSpPr>
            <a:spLocks noGrp="1"/>
          </p:cNvSpPr>
          <p:nvPr>
            <p:ph idx="1"/>
          </p:nvPr>
        </p:nvSpPr>
        <p:spPr/>
        <p:txBody>
          <a:bodyPr/>
          <a:lstStyle/>
          <a:p>
            <a:r>
              <a:t>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a:t>
            </a:r>
          </a:p>
        </p:txBody>
      </p:sp>
    </p:spTree>
  </p:cSld>
  <p:clrMapOvr>
    <a:masterClrMapping/>
  </p:clrMapOvr>
</p:sld>
</file>

<file path=ppt/slides/slide2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222</a:t>
            </a:r>
          </a:p>
        </p:txBody>
      </p:sp>
      <p:sp>
        <p:nvSpPr>
          <p:cNvPr id="3" name="Content Placeholder 2"/>
          <p:cNvSpPr>
            <a:spLocks noGrp="1"/>
          </p:cNvSpPr>
          <p:nvPr>
            <p:ph idx="1"/>
          </p:nvPr>
        </p:nvSpPr>
        <p:spPr/>
        <p:txBody>
          <a:bodyPr/>
          <a:lstStyle/>
          <a:p>
            <a:r>
              <a:t>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a:t>
            </a:r>
          </a:p>
        </p:txBody>
      </p:sp>
    </p:spTree>
  </p:cSld>
  <p:clrMapOvr>
    <a:masterClrMapping/>
  </p:clrMapOvr>
</p:sld>
</file>

<file path=ppt/slides/slide2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223</a:t>
            </a:r>
          </a:p>
        </p:txBody>
      </p:sp>
      <p:sp>
        <p:nvSpPr>
          <p:cNvPr id="3" name="Content Placeholder 2"/>
          <p:cNvSpPr>
            <a:spLocks noGrp="1"/>
          </p:cNvSpPr>
          <p:nvPr>
            <p:ph idx="1"/>
          </p:nvPr>
        </p:nvSpPr>
        <p:spPr/>
        <p:txBody>
          <a:bodyPr/>
          <a:lstStyle/>
          <a:p>
            <a:r>
              <a:t>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a:t>
            </a:r>
          </a:p>
        </p:txBody>
      </p:sp>
    </p:spTree>
  </p:cSld>
  <p:clrMapOvr>
    <a:masterClrMapping/>
  </p:clrMapOvr>
</p:sld>
</file>

<file path=ppt/slides/slide2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224</a:t>
            </a:r>
          </a:p>
        </p:txBody>
      </p:sp>
      <p:sp>
        <p:nvSpPr>
          <p:cNvPr id="3" name="Content Placeholder 2"/>
          <p:cNvSpPr>
            <a:spLocks noGrp="1"/>
          </p:cNvSpPr>
          <p:nvPr>
            <p:ph idx="1"/>
          </p:nvPr>
        </p:nvSpPr>
        <p:spPr/>
        <p:txBody>
          <a:bodyPr/>
          <a:lstStyle/>
          <a:p>
            <a:r>
              <a:t>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a:t>
            </a:r>
          </a:p>
        </p:txBody>
      </p:sp>
    </p:spTree>
  </p:cSld>
  <p:clrMapOvr>
    <a:masterClrMapping/>
  </p:clrMapOvr>
</p:sld>
</file>

<file path=ppt/slides/slide2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225</a:t>
            </a:r>
          </a:p>
        </p:txBody>
      </p:sp>
      <p:sp>
        <p:nvSpPr>
          <p:cNvPr id="3" name="Content Placeholder 2"/>
          <p:cNvSpPr>
            <a:spLocks noGrp="1"/>
          </p:cNvSpPr>
          <p:nvPr>
            <p:ph idx="1"/>
          </p:nvPr>
        </p:nvSpPr>
        <p:spPr/>
        <p:txBody>
          <a:bodyPr/>
          <a:lstStyle/>
          <a:p>
            <a:r>
              <a:t>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a:t>
            </a:r>
          </a:p>
        </p:txBody>
      </p:sp>
    </p:spTree>
  </p:cSld>
  <p:clrMapOvr>
    <a:masterClrMapping/>
  </p:clrMapOvr>
</p:sld>
</file>

<file path=ppt/slides/slide2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226</a:t>
            </a:r>
          </a:p>
        </p:txBody>
      </p:sp>
      <p:sp>
        <p:nvSpPr>
          <p:cNvPr id="3" name="Content Placeholder 2"/>
          <p:cNvSpPr>
            <a:spLocks noGrp="1"/>
          </p:cNvSpPr>
          <p:nvPr>
            <p:ph idx="1"/>
          </p:nvPr>
        </p:nvSpPr>
        <p:spPr/>
        <p:txBody>
          <a:bodyPr/>
          <a:lstStyle/>
          <a:p>
            <a:r>
              <a:t>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a:t>
            </a:r>
          </a:p>
        </p:txBody>
      </p:sp>
    </p:spTree>
  </p:cSld>
  <p:clrMapOvr>
    <a:masterClrMapping/>
  </p:clrMapOvr>
</p:sld>
</file>

<file path=ppt/slides/slide2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227</a:t>
            </a:r>
          </a:p>
        </p:txBody>
      </p:sp>
      <p:sp>
        <p:nvSpPr>
          <p:cNvPr id="3" name="Content Placeholder 2"/>
          <p:cNvSpPr>
            <a:spLocks noGrp="1"/>
          </p:cNvSpPr>
          <p:nvPr>
            <p:ph idx="1"/>
          </p:nvPr>
        </p:nvSpPr>
        <p:spPr/>
        <p:txBody>
          <a:bodyPr/>
          <a:lstStyle/>
          <a:p>
            <a:r>
              <a:t>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a:t>
            </a:r>
          </a:p>
        </p:txBody>
      </p:sp>
    </p:spTree>
  </p:cSld>
  <p:clrMapOvr>
    <a:masterClrMapping/>
  </p:clrMapOvr>
</p:sld>
</file>

<file path=ppt/slides/slide2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228</a:t>
            </a:r>
          </a:p>
        </p:txBody>
      </p:sp>
      <p:sp>
        <p:nvSpPr>
          <p:cNvPr id="3" name="Content Placeholder 2"/>
          <p:cNvSpPr>
            <a:spLocks noGrp="1"/>
          </p:cNvSpPr>
          <p:nvPr>
            <p:ph idx="1"/>
          </p:nvPr>
        </p:nvSpPr>
        <p:spPr/>
        <p:txBody>
          <a:bodyPr/>
          <a:lstStyle/>
          <a:p>
            <a:r>
              <a:t>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a:t>
            </a:r>
          </a:p>
        </p:txBody>
      </p:sp>
    </p:spTree>
  </p:cSld>
  <p:clrMapOvr>
    <a:masterClrMapping/>
  </p:clrMapOvr>
</p:sld>
</file>

<file path=ppt/slides/slide2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229</a:t>
            </a:r>
          </a:p>
        </p:txBody>
      </p:sp>
      <p:sp>
        <p:nvSpPr>
          <p:cNvPr id="3" name="Content Placeholder 2"/>
          <p:cNvSpPr>
            <a:spLocks noGrp="1"/>
          </p:cNvSpPr>
          <p:nvPr>
            <p:ph idx="1"/>
          </p:nvPr>
        </p:nvSpPr>
        <p:spPr/>
        <p:txBody>
          <a:bodyPr/>
          <a:lstStyle/>
          <a:p>
            <a:r>
              <a:t>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a:t>
            </a:r>
          </a:p>
        </p:txBody>
      </p:sp>
    </p:spTree>
  </p:cSld>
  <p:clrMapOvr>
    <a:masterClrMapping/>
  </p:clrMapOvr>
</p:sld>
</file>

<file path=ppt/slides/slide2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230</a:t>
            </a:r>
          </a:p>
        </p:txBody>
      </p:sp>
      <p:sp>
        <p:nvSpPr>
          <p:cNvPr id="3" name="Content Placeholder 2"/>
          <p:cNvSpPr>
            <a:spLocks noGrp="1"/>
          </p:cNvSpPr>
          <p:nvPr>
            <p:ph idx="1"/>
          </p:nvPr>
        </p:nvSpPr>
        <p:spPr/>
        <p:txBody>
          <a:bodyPr/>
          <a:lstStyle/>
          <a:p>
            <a:r>
              <a:t>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a:t>
            </a:r>
          </a:p>
        </p:txBody>
      </p:sp>
    </p:spTree>
  </p:cSld>
  <p:clrMapOvr>
    <a:masterClrMapping/>
  </p:clrMapOvr>
</p:sld>
</file>

<file path=ppt/slides/slide2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231</a:t>
            </a:r>
          </a:p>
        </p:txBody>
      </p:sp>
      <p:sp>
        <p:nvSpPr>
          <p:cNvPr id="3" name="Content Placeholder 2"/>
          <p:cNvSpPr>
            <a:spLocks noGrp="1"/>
          </p:cNvSpPr>
          <p:nvPr>
            <p:ph idx="1"/>
          </p:nvPr>
        </p:nvSpPr>
        <p:spPr/>
        <p:txBody>
          <a:bodyPr/>
          <a:lstStyle/>
          <a:p>
            <a:r>
              <a:t>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a:t>
            </a:r>
          </a:p>
        </p:txBody>
      </p:sp>
    </p:spTree>
  </p:cSld>
  <p:clrMapOvr>
    <a:masterClrMapping/>
  </p:clrMapOvr>
</p:sld>
</file>

<file path=ppt/slides/slide2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232</a:t>
            </a:r>
          </a:p>
        </p:txBody>
      </p:sp>
      <p:sp>
        <p:nvSpPr>
          <p:cNvPr id="3" name="Content Placeholder 2"/>
          <p:cNvSpPr>
            <a:spLocks noGrp="1"/>
          </p:cNvSpPr>
          <p:nvPr>
            <p:ph idx="1"/>
          </p:nvPr>
        </p:nvSpPr>
        <p:spPr/>
        <p:txBody>
          <a:bodyPr/>
          <a:lstStyle/>
          <a:p>
            <a:r>
              <a:t>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a:t>
            </a:r>
          </a:p>
        </p:txBody>
      </p:sp>
    </p:spTree>
  </p:cSld>
  <p:clrMapOvr>
    <a:masterClrMapping/>
  </p:clrMapOvr>
</p:sld>
</file>

<file path=ppt/slides/slide2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233</a:t>
            </a:r>
          </a:p>
        </p:txBody>
      </p:sp>
      <p:sp>
        <p:nvSpPr>
          <p:cNvPr id="3" name="Content Placeholder 2"/>
          <p:cNvSpPr>
            <a:spLocks noGrp="1"/>
          </p:cNvSpPr>
          <p:nvPr>
            <p:ph idx="1"/>
          </p:nvPr>
        </p:nvSpPr>
        <p:spPr/>
        <p:txBody>
          <a:bodyPr/>
          <a:lstStyle/>
          <a:p>
            <a:r>
              <a:t>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a:t>
            </a:r>
          </a:p>
        </p:txBody>
      </p:sp>
    </p:spTree>
  </p:cSld>
  <p:clrMapOvr>
    <a:masterClrMapping/>
  </p:clrMapOvr>
</p:sld>
</file>

<file path=ppt/slides/slide2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234</a:t>
            </a:r>
          </a:p>
        </p:txBody>
      </p:sp>
      <p:sp>
        <p:nvSpPr>
          <p:cNvPr id="3" name="Content Placeholder 2"/>
          <p:cNvSpPr>
            <a:spLocks noGrp="1"/>
          </p:cNvSpPr>
          <p:nvPr>
            <p:ph idx="1"/>
          </p:nvPr>
        </p:nvSpPr>
        <p:spPr/>
        <p:txBody>
          <a:bodyPr/>
          <a:lstStyle/>
          <a:p>
            <a:r>
              <a:t>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a:t>
            </a:r>
          </a:p>
        </p:txBody>
      </p:sp>
    </p:spTree>
  </p:cSld>
  <p:clrMapOvr>
    <a:masterClrMapping/>
  </p:clrMapOvr>
</p:sld>
</file>

<file path=ppt/slides/slide2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235</a:t>
            </a:r>
          </a:p>
        </p:txBody>
      </p:sp>
      <p:sp>
        <p:nvSpPr>
          <p:cNvPr id="3" name="Content Placeholder 2"/>
          <p:cNvSpPr>
            <a:spLocks noGrp="1"/>
          </p:cNvSpPr>
          <p:nvPr>
            <p:ph idx="1"/>
          </p:nvPr>
        </p:nvSpPr>
        <p:spPr/>
        <p:txBody>
          <a:bodyPr/>
          <a:lstStyle/>
          <a:p>
            <a:r>
              <a:t>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a:t>
            </a:r>
          </a:p>
        </p:txBody>
      </p:sp>
    </p:spTree>
  </p:cSld>
  <p:clrMapOvr>
    <a:masterClrMapping/>
  </p:clrMapOvr>
</p:sld>
</file>

<file path=ppt/slides/slide2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236</a:t>
            </a:r>
          </a:p>
        </p:txBody>
      </p:sp>
      <p:sp>
        <p:nvSpPr>
          <p:cNvPr id="3" name="Content Placeholder 2"/>
          <p:cNvSpPr>
            <a:spLocks noGrp="1"/>
          </p:cNvSpPr>
          <p:nvPr>
            <p:ph idx="1"/>
          </p:nvPr>
        </p:nvSpPr>
        <p:spPr/>
        <p:txBody>
          <a:bodyPr/>
          <a:lstStyle/>
          <a:p>
            <a:r>
              <a:t>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a:t>
            </a:r>
          </a:p>
        </p:txBody>
      </p:sp>
    </p:spTree>
  </p:cSld>
  <p:clrMapOvr>
    <a:masterClrMapping/>
  </p:clrMapOvr>
</p:sld>
</file>

<file path=ppt/slides/slide2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237</a:t>
            </a:r>
          </a:p>
        </p:txBody>
      </p:sp>
      <p:sp>
        <p:nvSpPr>
          <p:cNvPr id="3" name="Content Placeholder 2"/>
          <p:cNvSpPr>
            <a:spLocks noGrp="1"/>
          </p:cNvSpPr>
          <p:nvPr>
            <p:ph idx="1"/>
          </p:nvPr>
        </p:nvSpPr>
        <p:spPr/>
        <p:txBody>
          <a:bodyPr/>
          <a:lstStyle/>
          <a:p>
            <a:r>
              <a:t>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a:t>
            </a:r>
          </a:p>
        </p:txBody>
      </p:sp>
    </p:spTree>
  </p:cSld>
  <p:clrMapOvr>
    <a:masterClrMapping/>
  </p:clrMapOvr>
</p:sld>
</file>

<file path=ppt/slides/slide2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238</a:t>
            </a:r>
          </a:p>
        </p:txBody>
      </p:sp>
      <p:sp>
        <p:nvSpPr>
          <p:cNvPr id="3" name="Content Placeholder 2"/>
          <p:cNvSpPr>
            <a:spLocks noGrp="1"/>
          </p:cNvSpPr>
          <p:nvPr>
            <p:ph idx="1"/>
          </p:nvPr>
        </p:nvSpPr>
        <p:spPr/>
        <p:txBody>
          <a:bodyPr/>
          <a:lstStyle/>
          <a:p>
            <a:r>
              <a:t>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a:t>
            </a:r>
          </a:p>
        </p:txBody>
      </p:sp>
    </p:spTree>
  </p:cSld>
  <p:clrMapOvr>
    <a:masterClrMapping/>
  </p:clrMapOvr>
</p:sld>
</file>

<file path=ppt/slides/slide2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239</a:t>
            </a:r>
          </a:p>
        </p:txBody>
      </p:sp>
      <p:sp>
        <p:nvSpPr>
          <p:cNvPr id="3" name="Content Placeholder 2"/>
          <p:cNvSpPr>
            <a:spLocks noGrp="1"/>
          </p:cNvSpPr>
          <p:nvPr>
            <p:ph idx="1"/>
          </p:nvPr>
        </p:nvSpPr>
        <p:spPr/>
        <p:txBody>
          <a:bodyPr/>
          <a:lstStyle/>
          <a:p>
            <a:r>
              <a:t>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a:t>
            </a:r>
          </a:p>
        </p:txBody>
      </p:sp>
    </p:spTree>
  </p:cSld>
  <p:clrMapOvr>
    <a:masterClrMapping/>
  </p:clrMapOvr>
</p:sld>
</file>

<file path=ppt/slides/slide2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240</a:t>
            </a:r>
          </a:p>
        </p:txBody>
      </p:sp>
      <p:sp>
        <p:nvSpPr>
          <p:cNvPr id="3" name="Content Placeholder 2"/>
          <p:cNvSpPr>
            <a:spLocks noGrp="1"/>
          </p:cNvSpPr>
          <p:nvPr>
            <p:ph idx="1"/>
          </p:nvPr>
        </p:nvSpPr>
        <p:spPr/>
        <p:txBody>
          <a:bodyPr/>
          <a:lstStyle/>
          <a:p>
            <a:r>
              <a:t>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a:t>
            </a:r>
          </a:p>
        </p:txBody>
      </p:sp>
    </p:spTree>
  </p:cSld>
  <p:clrMapOvr>
    <a:masterClrMapping/>
  </p:clrMapOvr>
</p:sld>
</file>

<file path=ppt/slides/slide2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241</a:t>
            </a:r>
          </a:p>
        </p:txBody>
      </p:sp>
      <p:sp>
        <p:nvSpPr>
          <p:cNvPr id="3" name="Content Placeholder 2"/>
          <p:cNvSpPr>
            <a:spLocks noGrp="1"/>
          </p:cNvSpPr>
          <p:nvPr>
            <p:ph idx="1"/>
          </p:nvPr>
        </p:nvSpPr>
        <p:spPr/>
        <p:txBody>
          <a:bodyPr/>
          <a:lstStyle/>
          <a:p>
            <a:r>
              <a:t>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a:t>
            </a:r>
          </a:p>
        </p:txBody>
      </p:sp>
    </p:spTree>
  </p:cSld>
  <p:clrMapOvr>
    <a:masterClrMapping/>
  </p:clrMapOvr>
</p:sld>
</file>

<file path=ppt/slides/slide2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242</a:t>
            </a:r>
          </a:p>
        </p:txBody>
      </p:sp>
      <p:sp>
        <p:nvSpPr>
          <p:cNvPr id="3" name="Content Placeholder 2"/>
          <p:cNvSpPr>
            <a:spLocks noGrp="1"/>
          </p:cNvSpPr>
          <p:nvPr>
            <p:ph idx="1"/>
          </p:nvPr>
        </p:nvSpPr>
        <p:spPr/>
        <p:txBody>
          <a:bodyPr/>
          <a:lstStyle/>
          <a:p>
            <a:r>
              <a:t>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a:t>
            </a:r>
          </a:p>
        </p:txBody>
      </p:sp>
    </p:spTree>
  </p:cSld>
  <p:clrMapOvr>
    <a:masterClrMapping/>
  </p:clrMapOvr>
</p:sld>
</file>

<file path=ppt/slides/slide2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243</a:t>
            </a:r>
          </a:p>
        </p:txBody>
      </p:sp>
      <p:sp>
        <p:nvSpPr>
          <p:cNvPr id="3" name="Content Placeholder 2"/>
          <p:cNvSpPr>
            <a:spLocks noGrp="1"/>
          </p:cNvSpPr>
          <p:nvPr>
            <p:ph idx="1"/>
          </p:nvPr>
        </p:nvSpPr>
        <p:spPr/>
        <p:txBody>
          <a:bodyPr/>
          <a:lstStyle/>
          <a:p>
            <a:r>
              <a:t>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a:t>
            </a:r>
          </a:p>
        </p:txBody>
      </p:sp>
    </p:spTree>
  </p:cSld>
  <p:clrMapOvr>
    <a:masterClrMapping/>
  </p:clrMapOvr>
</p:sld>
</file>

<file path=ppt/slides/slide2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244</a:t>
            </a:r>
          </a:p>
        </p:txBody>
      </p:sp>
      <p:sp>
        <p:nvSpPr>
          <p:cNvPr id="3" name="Content Placeholder 2"/>
          <p:cNvSpPr>
            <a:spLocks noGrp="1"/>
          </p:cNvSpPr>
          <p:nvPr>
            <p:ph idx="1"/>
          </p:nvPr>
        </p:nvSpPr>
        <p:spPr/>
        <p:txBody>
          <a:bodyPr/>
          <a:lstStyle/>
          <a:p>
            <a:r>
              <a:t>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a:t>
            </a:r>
          </a:p>
        </p:txBody>
      </p:sp>
    </p:spTree>
  </p:cSld>
  <p:clrMapOvr>
    <a:masterClrMapping/>
  </p:clrMapOvr>
</p:sld>
</file>

<file path=ppt/slides/slide2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245</a:t>
            </a:r>
          </a:p>
        </p:txBody>
      </p:sp>
      <p:sp>
        <p:nvSpPr>
          <p:cNvPr id="3" name="Content Placeholder 2"/>
          <p:cNvSpPr>
            <a:spLocks noGrp="1"/>
          </p:cNvSpPr>
          <p:nvPr>
            <p:ph idx="1"/>
          </p:nvPr>
        </p:nvSpPr>
        <p:spPr/>
        <p:txBody>
          <a:bodyPr/>
          <a:lstStyle/>
          <a:p>
            <a:r>
              <a:t>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a:t>
            </a:r>
          </a:p>
        </p:txBody>
      </p:sp>
    </p:spTree>
  </p:cSld>
  <p:clrMapOvr>
    <a:masterClrMapping/>
  </p:clrMapOvr>
</p:sld>
</file>

<file path=ppt/slides/slide2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246</a:t>
            </a:r>
          </a:p>
        </p:txBody>
      </p:sp>
      <p:sp>
        <p:nvSpPr>
          <p:cNvPr id="3" name="Content Placeholder 2"/>
          <p:cNvSpPr>
            <a:spLocks noGrp="1"/>
          </p:cNvSpPr>
          <p:nvPr>
            <p:ph idx="1"/>
          </p:nvPr>
        </p:nvSpPr>
        <p:spPr/>
        <p:txBody>
          <a:bodyPr/>
          <a:lstStyle/>
          <a:p>
            <a:r>
              <a:t>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a:t>
            </a:r>
          </a:p>
        </p:txBody>
      </p:sp>
    </p:spTree>
  </p:cSld>
  <p:clrMapOvr>
    <a:masterClrMapping/>
  </p:clrMapOvr>
</p:sld>
</file>

<file path=ppt/slides/slide2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247</a:t>
            </a:r>
          </a:p>
        </p:txBody>
      </p:sp>
      <p:sp>
        <p:nvSpPr>
          <p:cNvPr id="3" name="Content Placeholder 2"/>
          <p:cNvSpPr>
            <a:spLocks noGrp="1"/>
          </p:cNvSpPr>
          <p:nvPr>
            <p:ph idx="1"/>
          </p:nvPr>
        </p:nvSpPr>
        <p:spPr/>
        <p:txBody>
          <a:bodyPr/>
          <a:lstStyle/>
          <a:p>
            <a:r>
              <a:t>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a:t>
            </a:r>
          </a:p>
        </p:txBody>
      </p:sp>
    </p:spTree>
  </p:cSld>
  <p:clrMapOvr>
    <a:masterClrMapping/>
  </p:clrMapOvr>
</p:sld>
</file>

<file path=ppt/slides/slide2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248</a:t>
            </a:r>
          </a:p>
        </p:txBody>
      </p:sp>
      <p:sp>
        <p:nvSpPr>
          <p:cNvPr id="3" name="Content Placeholder 2"/>
          <p:cNvSpPr>
            <a:spLocks noGrp="1"/>
          </p:cNvSpPr>
          <p:nvPr>
            <p:ph idx="1"/>
          </p:nvPr>
        </p:nvSpPr>
        <p:spPr/>
        <p:txBody>
          <a:bodyPr/>
          <a:lstStyle/>
          <a:p>
            <a:r>
              <a:t>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a:t>
            </a:r>
          </a:p>
        </p:txBody>
      </p:sp>
    </p:spTree>
  </p:cSld>
  <p:clrMapOvr>
    <a:masterClrMapping/>
  </p:clrMapOvr>
</p:sld>
</file>

<file path=ppt/slides/slide2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249</a:t>
            </a:r>
          </a:p>
        </p:txBody>
      </p:sp>
      <p:sp>
        <p:nvSpPr>
          <p:cNvPr id="3" name="Content Placeholder 2"/>
          <p:cNvSpPr>
            <a:spLocks noGrp="1"/>
          </p:cNvSpPr>
          <p:nvPr>
            <p:ph idx="1"/>
          </p:nvPr>
        </p:nvSpPr>
        <p:spPr/>
        <p:txBody>
          <a:bodyPr/>
          <a:lstStyle/>
          <a:p>
            <a:r>
              <a:t>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a:t>
            </a:r>
          </a:p>
        </p:txBody>
      </p:sp>
    </p:spTree>
  </p:cSld>
  <p:clrMapOvr>
    <a:masterClrMapping/>
  </p:clrMapOvr>
</p:sld>
</file>

<file path=ppt/slides/slide2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250</a:t>
            </a:r>
          </a:p>
        </p:txBody>
      </p:sp>
      <p:sp>
        <p:nvSpPr>
          <p:cNvPr id="3" name="Content Placeholder 2"/>
          <p:cNvSpPr>
            <a:spLocks noGrp="1"/>
          </p:cNvSpPr>
          <p:nvPr>
            <p:ph idx="1"/>
          </p:nvPr>
        </p:nvSpPr>
        <p:spPr/>
        <p:txBody>
          <a:bodyPr/>
          <a:lstStyle/>
          <a:p>
            <a:r>
              <a:t>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a:t>
            </a:r>
          </a:p>
        </p:txBody>
      </p:sp>
    </p:spTree>
  </p:cSld>
  <p:clrMapOvr>
    <a:masterClrMapping/>
  </p:clrMapOvr>
</p:sld>
</file>

<file path=ppt/slides/slide2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251</a:t>
            </a:r>
          </a:p>
        </p:txBody>
      </p:sp>
      <p:sp>
        <p:nvSpPr>
          <p:cNvPr id="3" name="Content Placeholder 2"/>
          <p:cNvSpPr>
            <a:spLocks noGrp="1"/>
          </p:cNvSpPr>
          <p:nvPr>
            <p:ph idx="1"/>
          </p:nvPr>
        </p:nvSpPr>
        <p:spPr/>
        <p:txBody>
          <a:bodyPr/>
          <a:lstStyle/>
          <a:p>
            <a:r>
              <a:t>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a:t>
            </a:r>
          </a:p>
        </p:txBody>
      </p:sp>
    </p:spTree>
  </p:cSld>
  <p:clrMapOvr>
    <a:masterClrMapping/>
  </p:clrMapOvr>
</p:sld>
</file>

<file path=ppt/slides/slide2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252</a:t>
            </a:r>
          </a:p>
        </p:txBody>
      </p:sp>
      <p:sp>
        <p:nvSpPr>
          <p:cNvPr id="3" name="Content Placeholder 2"/>
          <p:cNvSpPr>
            <a:spLocks noGrp="1"/>
          </p:cNvSpPr>
          <p:nvPr>
            <p:ph idx="1"/>
          </p:nvPr>
        </p:nvSpPr>
        <p:spPr/>
        <p:txBody>
          <a:bodyPr/>
          <a:lstStyle/>
          <a:p>
            <a:r>
              <a:t>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a:t>
            </a:r>
          </a:p>
        </p:txBody>
      </p:sp>
    </p:spTree>
  </p:cSld>
  <p:clrMapOvr>
    <a:masterClrMapping/>
  </p:clrMapOvr>
</p:sld>
</file>

<file path=ppt/slides/slide2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253</a:t>
            </a:r>
          </a:p>
        </p:txBody>
      </p:sp>
      <p:sp>
        <p:nvSpPr>
          <p:cNvPr id="3" name="Content Placeholder 2"/>
          <p:cNvSpPr>
            <a:spLocks noGrp="1"/>
          </p:cNvSpPr>
          <p:nvPr>
            <p:ph idx="1"/>
          </p:nvPr>
        </p:nvSpPr>
        <p:spPr/>
        <p:txBody>
          <a:bodyPr/>
          <a:lstStyle/>
          <a:p>
            <a:r>
              <a:t>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a:t>
            </a:r>
          </a:p>
        </p:txBody>
      </p:sp>
    </p:spTree>
  </p:cSld>
  <p:clrMapOvr>
    <a:masterClrMapping/>
  </p:clrMapOvr>
</p:sld>
</file>

<file path=ppt/slides/slide2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254</a:t>
            </a:r>
          </a:p>
        </p:txBody>
      </p:sp>
      <p:sp>
        <p:nvSpPr>
          <p:cNvPr id="3" name="Content Placeholder 2"/>
          <p:cNvSpPr>
            <a:spLocks noGrp="1"/>
          </p:cNvSpPr>
          <p:nvPr>
            <p:ph idx="1"/>
          </p:nvPr>
        </p:nvSpPr>
        <p:spPr/>
        <p:txBody>
          <a:bodyPr/>
          <a:lstStyle/>
          <a:p>
            <a:r>
              <a:t>.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a:t>
            </a:r>
          </a:p>
        </p:txBody>
      </p:sp>
    </p:spTree>
  </p:cSld>
  <p:clrMapOvr>
    <a:masterClrMapping/>
  </p:clrMapOvr>
</p:sld>
</file>

<file path=ppt/slides/slide2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255</a:t>
            </a:r>
          </a:p>
        </p:txBody>
      </p:sp>
      <p:sp>
        <p:nvSpPr>
          <p:cNvPr id="3" name="Content Placeholder 2"/>
          <p:cNvSpPr>
            <a:spLocks noGrp="1"/>
          </p:cNvSpPr>
          <p:nvPr>
            <p:ph idx="1"/>
          </p:nvPr>
        </p:nvSpPr>
        <p:spPr/>
        <p:txBody>
          <a:bodyPr/>
          <a:lstStyle/>
          <a:p>
            <a:r>
              <a:t>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a:t>
            </a:r>
          </a:p>
        </p:txBody>
      </p:sp>
    </p:spTree>
  </p:cSld>
  <p:clrMapOvr>
    <a:masterClrMapping/>
  </p:clrMapOvr>
</p:sld>
</file>

<file path=ppt/slides/slide2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256</a:t>
            </a:r>
          </a:p>
        </p:txBody>
      </p:sp>
      <p:sp>
        <p:nvSpPr>
          <p:cNvPr id="3" name="Content Placeholder 2"/>
          <p:cNvSpPr>
            <a:spLocks noGrp="1"/>
          </p:cNvSpPr>
          <p:nvPr>
            <p:ph idx="1"/>
          </p:nvPr>
        </p:nvSpPr>
        <p:spPr/>
        <p:txBody>
          <a:bodyPr/>
          <a:lstStyle/>
          <a:p>
            <a:r>
              <a:t>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a:t>
            </a:r>
          </a:p>
        </p:txBody>
      </p:sp>
    </p:spTree>
  </p:cSld>
  <p:clrMapOvr>
    <a:masterClrMapping/>
  </p:clrMapOvr>
</p:sld>
</file>

<file path=ppt/slides/slide2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257</a:t>
            </a:r>
          </a:p>
        </p:txBody>
      </p:sp>
      <p:sp>
        <p:nvSpPr>
          <p:cNvPr id="3" name="Content Placeholder 2"/>
          <p:cNvSpPr>
            <a:spLocks noGrp="1"/>
          </p:cNvSpPr>
          <p:nvPr>
            <p:ph idx="1"/>
          </p:nvPr>
        </p:nvSpPr>
        <p:spPr/>
        <p:txBody>
          <a:bodyPr/>
          <a:lstStyle/>
          <a:p>
            <a:r>
              <a:t>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a:t>
            </a:r>
          </a:p>
        </p:txBody>
      </p:sp>
    </p:spTree>
  </p:cSld>
  <p:clrMapOvr>
    <a:masterClrMapping/>
  </p:clrMapOvr>
</p:sld>
</file>

<file path=ppt/slides/slide2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258</a:t>
            </a:r>
          </a:p>
        </p:txBody>
      </p:sp>
      <p:sp>
        <p:nvSpPr>
          <p:cNvPr id="3" name="Content Placeholder 2"/>
          <p:cNvSpPr>
            <a:spLocks noGrp="1"/>
          </p:cNvSpPr>
          <p:nvPr>
            <p:ph idx="1"/>
          </p:nvPr>
        </p:nvSpPr>
        <p:spPr/>
        <p:txBody>
          <a:bodyPr/>
          <a:lstStyle/>
          <a:p>
            <a:r>
              <a:t>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a:t>
            </a:r>
          </a:p>
        </p:txBody>
      </p:sp>
    </p:spTree>
  </p:cSld>
  <p:clrMapOvr>
    <a:masterClrMapping/>
  </p:clrMapOvr>
</p:sld>
</file>

<file path=ppt/slides/slide2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259</a:t>
            </a:r>
          </a:p>
        </p:txBody>
      </p:sp>
      <p:sp>
        <p:nvSpPr>
          <p:cNvPr id="3" name="Content Placeholder 2"/>
          <p:cNvSpPr>
            <a:spLocks noGrp="1"/>
          </p:cNvSpPr>
          <p:nvPr>
            <p:ph idx="1"/>
          </p:nvPr>
        </p:nvSpPr>
        <p:spPr/>
        <p:txBody>
          <a:bodyPr/>
          <a:lstStyle/>
          <a:p>
            <a:r>
              <a:t>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a:t>
            </a:r>
          </a:p>
        </p:txBody>
      </p:sp>
    </p:spTree>
  </p:cSld>
  <p:clrMapOvr>
    <a:masterClrMapping/>
  </p:clrMapOvr>
</p:sld>
</file>

<file path=ppt/slides/slide2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260</a:t>
            </a:r>
          </a:p>
        </p:txBody>
      </p:sp>
      <p:sp>
        <p:nvSpPr>
          <p:cNvPr id="3" name="Content Placeholder 2"/>
          <p:cNvSpPr>
            <a:spLocks noGrp="1"/>
          </p:cNvSpPr>
          <p:nvPr>
            <p:ph idx="1"/>
          </p:nvPr>
        </p:nvSpPr>
        <p:spPr/>
        <p:txBody>
          <a:bodyPr/>
          <a:lstStyle/>
          <a:p>
            <a:r>
              <a:t>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a:t>
            </a:r>
          </a:p>
        </p:txBody>
      </p:sp>
    </p:spTree>
  </p:cSld>
  <p:clrMapOvr>
    <a:masterClrMapping/>
  </p:clrMapOvr>
</p:sld>
</file>

<file path=ppt/slides/slide2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261</a:t>
            </a:r>
          </a:p>
        </p:txBody>
      </p:sp>
      <p:sp>
        <p:nvSpPr>
          <p:cNvPr id="3" name="Content Placeholder 2"/>
          <p:cNvSpPr>
            <a:spLocks noGrp="1"/>
          </p:cNvSpPr>
          <p:nvPr>
            <p:ph idx="1"/>
          </p:nvPr>
        </p:nvSpPr>
        <p:spPr/>
        <p:txBody>
          <a:bodyPr/>
          <a:lstStyle/>
          <a:p>
            <a:r>
              <a:t>.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a:t>
            </a:r>
          </a:p>
        </p:txBody>
      </p:sp>
    </p:spTree>
  </p:cSld>
  <p:clrMapOvr>
    <a:masterClrMapping/>
  </p:clrMapOvr>
</p:sld>
</file>

<file path=ppt/slides/slide2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262</a:t>
            </a:r>
          </a:p>
        </p:txBody>
      </p:sp>
      <p:sp>
        <p:nvSpPr>
          <p:cNvPr id="3" name="Content Placeholder 2"/>
          <p:cNvSpPr>
            <a:spLocks noGrp="1"/>
          </p:cNvSpPr>
          <p:nvPr>
            <p:ph idx="1"/>
          </p:nvPr>
        </p:nvSpPr>
        <p:spPr/>
        <p:txBody>
          <a:bodyPr/>
          <a:lstStyle/>
          <a:p>
            <a:r>
              <a:t>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a:t>
            </a:r>
          </a:p>
        </p:txBody>
      </p:sp>
    </p:spTree>
  </p:cSld>
  <p:clrMapOvr>
    <a:masterClrMapping/>
  </p:clrMapOvr>
</p:sld>
</file>

<file path=ppt/slides/slide2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263</a:t>
            </a:r>
          </a:p>
        </p:txBody>
      </p:sp>
      <p:sp>
        <p:nvSpPr>
          <p:cNvPr id="3" name="Content Placeholder 2"/>
          <p:cNvSpPr>
            <a:spLocks noGrp="1"/>
          </p:cNvSpPr>
          <p:nvPr>
            <p:ph idx="1"/>
          </p:nvPr>
        </p:nvSpPr>
        <p:spPr/>
        <p:txBody>
          <a:bodyPr/>
          <a:lstStyle/>
          <a:p>
            <a:r>
              <a:t>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a:t>
            </a:r>
          </a:p>
        </p:txBody>
      </p:sp>
    </p:spTree>
  </p:cSld>
  <p:clrMapOvr>
    <a:masterClrMapping/>
  </p:clrMapOvr>
</p:sld>
</file>

<file path=ppt/slides/slide2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264</a:t>
            </a:r>
          </a:p>
        </p:txBody>
      </p:sp>
      <p:sp>
        <p:nvSpPr>
          <p:cNvPr id="3" name="Content Placeholder 2"/>
          <p:cNvSpPr>
            <a:spLocks noGrp="1"/>
          </p:cNvSpPr>
          <p:nvPr>
            <p:ph idx="1"/>
          </p:nvPr>
        </p:nvSpPr>
        <p:spPr/>
        <p:txBody>
          <a:bodyPr/>
          <a:lstStyle/>
          <a:p>
            <a:r>
              <a:t>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a:t>
            </a:r>
          </a:p>
        </p:txBody>
      </p:sp>
    </p:spTree>
  </p:cSld>
  <p:clrMapOvr>
    <a:masterClrMapping/>
  </p:clrMapOvr>
</p:sld>
</file>

<file path=ppt/slides/slide2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265</a:t>
            </a:r>
          </a:p>
        </p:txBody>
      </p:sp>
      <p:sp>
        <p:nvSpPr>
          <p:cNvPr id="3" name="Content Placeholder 2"/>
          <p:cNvSpPr>
            <a:spLocks noGrp="1"/>
          </p:cNvSpPr>
          <p:nvPr>
            <p:ph idx="1"/>
          </p:nvPr>
        </p:nvSpPr>
        <p:spPr/>
        <p:txBody>
          <a:bodyPr/>
          <a:lstStyle/>
          <a:p>
            <a:r>
              <a:t>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a:t>
            </a:r>
          </a:p>
        </p:txBody>
      </p:sp>
    </p:spTree>
  </p:cSld>
  <p:clrMapOvr>
    <a:masterClrMapping/>
  </p:clrMapOvr>
</p:sld>
</file>

<file path=ppt/slides/slide2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266</a:t>
            </a:r>
          </a:p>
        </p:txBody>
      </p:sp>
      <p:sp>
        <p:nvSpPr>
          <p:cNvPr id="3" name="Content Placeholder 2"/>
          <p:cNvSpPr>
            <a:spLocks noGrp="1"/>
          </p:cNvSpPr>
          <p:nvPr>
            <p:ph idx="1"/>
          </p:nvPr>
        </p:nvSpPr>
        <p:spPr/>
        <p:txBody>
          <a:bodyPr/>
          <a:lstStyle/>
          <a:p>
            <a:r>
              <a:t>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a:t>
            </a:r>
          </a:p>
        </p:txBody>
      </p:sp>
    </p:spTree>
  </p:cSld>
  <p:clrMapOvr>
    <a:masterClrMapping/>
  </p:clrMapOvr>
</p:sld>
</file>

<file path=ppt/slides/slide2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267</a:t>
            </a:r>
          </a:p>
        </p:txBody>
      </p:sp>
      <p:sp>
        <p:nvSpPr>
          <p:cNvPr id="3" name="Content Placeholder 2"/>
          <p:cNvSpPr>
            <a:spLocks noGrp="1"/>
          </p:cNvSpPr>
          <p:nvPr>
            <p:ph idx="1"/>
          </p:nvPr>
        </p:nvSpPr>
        <p:spPr/>
        <p:txBody>
          <a:bodyPr/>
          <a:lstStyle/>
          <a:p>
            <a:r>
              <a:t>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a:t>
            </a:r>
          </a:p>
        </p:txBody>
      </p:sp>
    </p:spTree>
  </p:cSld>
  <p:clrMapOvr>
    <a:masterClrMapping/>
  </p:clrMapOvr>
</p:sld>
</file>

<file path=ppt/slides/slide2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268</a:t>
            </a:r>
          </a:p>
        </p:txBody>
      </p:sp>
      <p:sp>
        <p:nvSpPr>
          <p:cNvPr id="3" name="Content Placeholder 2"/>
          <p:cNvSpPr>
            <a:spLocks noGrp="1"/>
          </p:cNvSpPr>
          <p:nvPr>
            <p:ph idx="1"/>
          </p:nvPr>
        </p:nvSpPr>
        <p:spPr/>
        <p:txBody>
          <a:bodyPr/>
          <a:lstStyle/>
          <a:p>
            <a:r>
              <a:t>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a:t>
            </a:r>
          </a:p>
        </p:txBody>
      </p:sp>
    </p:spTree>
  </p:cSld>
  <p:clrMapOvr>
    <a:masterClrMapping/>
  </p:clrMapOvr>
</p:sld>
</file>

<file path=ppt/slides/slide2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269</a:t>
            </a:r>
          </a:p>
        </p:txBody>
      </p:sp>
      <p:sp>
        <p:nvSpPr>
          <p:cNvPr id="3" name="Content Placeholder 2"/>
          <p:cNvSpPr>
            <a:spLocks noGrp="1"/>
          </p:cNvSpPr>
          <p:nvPr>
            <p:ph idx="1"/>
          </p:nvPr>
        </p:nvSpPr>
        <p:spPr/>
        <p:txBody>
          <a:bodyPr/>
          <a:lstStyle/>
          <a:p>
            <a:r>
              <a:t>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a:t>
            </a:r>
          </a:p>
        </p:txBody>
      </p:sp>
    </p:spTree>
  </p:cSld>
  <p:clrMapOvr>
    <a:masterClrMapping/>
  </p:clrMapOvr>
</p:sld>
</file>

<file path=ppt/slides/slide2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270</a:t>
            </a:r>
          </a:p>
        </p:txBody>
      </p:sp>
      <p:sp>
        <p:nvSpPr>
          <p:cNvPr id="3" name="Content Placeholder 2"/>
          <p:cNvSpPr>
            <a:spLocks noGrp="1"/>
          </p:cNvSpPr>
          <p:nvPr>
            <p:ph idx="1"/>
          </p:nvPr>
        </p:nvSpPr>
        <p:spPr/>
        <p:txBody>
          <a:bodyPr/>
          <a:lstStyle/>
          <a:p>
            <a:r>
              <a:t>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a:t>
            </a:r>
          </a:p>
        </p:txBody>
      </p:sp>
    </p:spTree>
  </p:cSld>
  <p:clrMapOvr>
    <a:masterClrMapping/>
  </p:clrMapOvr>
</p:sld>
</file>

<file path=ppt/slides/slide2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271</a:t>
            </a:r>
          </a:p>
        </p:txBody>
      </p:sp>
      <p:sp>
        <p:nvSpPr>
          <p:cNvPr id="3" name="Content Placeholder 2"/>
          <p:cNvSpPr>
            <a:spLocks noGrp="1"/>
          </p:cNvSpPr>
          <p:nvPr>
            <p:ph idx="1"/>
          </p:nvPr>
        </p:nvSpPr>
        <p:spPr/>
        <p:txBody>
          <a:bodyPr/>
          <a:lstStyle/>
          <a:p>
            <a:r>
              <a:t>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a:t>
            </a:r>
          </a:p>
        </p:txBody>
      </p:sp>
    </p:spTree>
  </p:cSld>
  <p:clrMapOvr>
    <a:masterClrMapping/>
  </p:clrMapOvr>
</p:sld>
</file>

<file path=ppt/slides/slide2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272</a:t>
            </a:r>
          </a:p>
        </p:txBody>
      </p:sp>
      <p:sp>
        <p:nvSpPr>
          <p:cNvPr id="3" name="Content Placeholder 2"/>
          <p:cNvSpPr>
            <a:spLocks noGrp="1"/>
          </p:cNvSpPr>
          <p:nvPr>
            <p:ph idx="1"/>
          </p:nvPr>
        </p:nvSpPr>
        <p:spPr/>
        <p:txBody>
          <a:bodyPr/>
          <a:lstStyle/>
          <a:p>
            <a:r>
              <a:t>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a:t>
            </a:r>
          </a:p>
        </p:txBody>
      </p:sp>
    </p:spTree>
  </p:cSld>
  <p:clrMapOvr>
    <a:masterClrMapping/>
  </p:clrMapOvr>
</p:sld>
</file>

<file path=ppt/slides/slide2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273</a:t>
            </a:r>
          </a:p>
        </p:txBody>
      </p:sp>
      <p:sp>
        <p:nvSpPr>
          <p:cNvPr id="3" name="Content Placeholder 2"/>
          <p:cNvSpPr>
            <a:spLocks noGrp="1"/>
          </p:cNvSpPr>
          <p:nvPr>
            <p:ph idx="1"/>
          </p:nvPr>
        </p:nvSpPr>
        <p:spPr/>
        <p:txBody>
          <a:bodyPr/>
          <a:lstStyle/>
          <a:p>
            <a:r>
              <a:t>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a:t>
            </a:r>
          </a:p>
        </p:txBody>
      </p:sp>
    </p:spTree>
  </p:cSld>
  <p:clrMapOvr>
    <a:masterClrMapping/>
  </p:clrMapOvr>
</p:sld>
</file>

<file path=ppt/slides/slide2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274</a:t>
            </a:r>
          </a:p>
        </p:txBody>
      </p:sp>
      <p:sp>
        <p:nvSpPr>
          <p:cNvPr id="3" name="Content Placeholder 2"/>
          <p:cNvSpPr>
            <a:spLocks noGrp="1"/>
          </p:cNvSpPr>
          <p:nvPr>
            <p:ph idx="1"/>
          </p:nvPr>
        </p:nvSpPr>
        <p:spPr/>
        <p:txBody>
          <a:bodyPr/>
          <a:lstStyle/>
          <a:p>
            <a:r>
              <a:t>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a:t>
            </a:r>
          </a:p>
        </p:txBody>
      </p:sp>
    </p:spTree>
  </p:cSld>
  <p:clrMapOvr>
    <a:masterClrMapping/>
  </p:clrMapOvr>
</p:sld>
</file>

<file path=ppt/slides/slide2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275</a:t>
            </a:r>
          </a:p>
        </p:txBody>
      </p:sp>
      <p:sp>
        <p:nvSpPr>
          <p:cNvPr id="3" name="Content Placeholder 2"/>
          <p:cNvSpPr>
            <a:spLocks noGrp="1"/>
          </p:cNvSpPr>
          <p:nvPr>
            <p:ph idx="1"/>
          </p:nvPr>
        </p:nvSpPr>
        <p:spPr/>
        <p:txBody>
          <a:bodyPr/>
          <a:lstStyle/>
          <a:p>
            <a:r>
              <a:t>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a:t>
            </a:r>
          </a:p>
        </p:txBody>
      </p:sp>
    </p:spTree>
  </p:cSld>
  <p:clrMapOvr>
    <a:masterClrMapping/>
  </p:clrMapOvr>
</p:sld>
</file>

<file path=ppt/slides/slide2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276</a:t>
            </a:r>
          </a:p>
        </p:txBody>
      </p:sp>
      <p:sp>
        <p:nvSpPr>
          <p:cNvPr id="3" name="Content Placeholder 2"/>
          <p:cNvSpPr>
            <a:spLocks noGrp="1"/>
          </p:cNvSpPr>
          <p:nvPr>
            <p:ph idx="1"/>
          </p:nvPr>
        </p:nvSpPr>
        <p:spPr/>
        <p:txBody>
          <a:bodyPr/>
          <a:lstStyle/>
          <a:p>
            <a:r>
              <a:t>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a:t>
            </a:r>
          </a:p>
        </p:txBody>
      </p:sp>
    </p:spTree>
  </p:cSld>
  <p:clrMapOvr>
    <a:masterClrMapping/>
  </p:clrMapOvr>
</p:sld>
</file>

<file path=ppt/slides/slide2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277</a:t>
            </a:r>
          </a:p>
        </p:txBody>
      </p:sp>
      <p:sp>
        <p:nvSpPr>
          <p:cNvPr id="3" name="Content Placeholder 2"/>
          <p:cNvSpPr>
            <a:spLocks noGrp="1"/>
          </p:cNvSpPr>
          <p:nvPr>
            <p:ph idx="1"/>
          </p:nvPr>
        </p:nvSpPr>
        <p:spPr/>
        <p:txBody>
          <a:bodyPr/>
          <a:lstStyle/>
          <a:p>
            <a:r>
              <a:t>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a:t>
            </a:r>
          </a:p>
        </p:txBody>
      </p:sp>
    </p:spTree>
  </p:cSld>
  <p:clrMapOvr>
    <a:masterClrMapping/>
  </p:clrMapOvr>
</p:sld>
</file>

<file path=ppt/slides/slide2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278</a:t>
            </a:r>
          </a:p>
        </p:txBody>
      </p:sp>
      <p:sp>
        <p:nvSpPr>
          <p:cNvPr id="3" name="Content Placeholder 2"/>
          <p:cNvSpPr>
            <a:spLocks noGrp="1"/>
          </p:cNvSpPr>
          <p:nvPr>
            <p:ph idx="1"/>
          </p:nvPr>
        </p:nvSpPr>
        <p:spPr/>
        <p:txBody>
          <a:bodyPr/>
          <a:lstStyle/>
          <a:p>
            <a:r>
              <a:t>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a:t>
            </a:r>
          </a:p>
        </p:txBody>
      </p:sp>
    </p:spTree>
  </p:cSld>
  <p:clrMapOvr>
    <a:masterClrMapping/>
  </p:clrMapOvr>
</p:sld>
</file>

<file path=ppt/slides/slide2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279</a:t>
            </a:r>
          </a:p>
        </p:txBody>
      </p:sp>
      <p:sp>
        <p:nvSpPr>
          <p:cNvPr id="3" name="Content Placeholder 2"/>
          <p:cNvSpPr>
            <a:spLocks noGrp="1"/>
          </p:cNvSpPr>
          <p:nvPr>
            <p:ph idx="1"/>
          </p:nvPr>
        </p:nvSpPr>
        <p:spPr/>
        <p:txBody>
          <a:bodyPr/>
          <a:lstStyle/>
          <a:p>
            <a:r>
              <a:t>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a:t>
            </a:r>
          </a:p>
        </p:txBody>
      </p:sp>
    </p:spTree>
  </p:cSld>
  <p:clrMapOvr>
    <a:masterClrMapping/>
  </p:clrMapOvr>
</p:sld>
</file>

<file path=ppt/slides/slide2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280</a:t>
            </a:r>
          </a:p>
        </p:txBody>
      </p:sp>
      <p:sp>
        <p:nvSpPr>
          <p:cNvPr id="3" name="Content Placeholder 2"/>
          <p:cNvSpPr>
            <a:spLocks noGrp="1"/>
          </p:cNvSpPr>
          <p:nvPr>
            <p:ph idx="1"/>
          </p:nvPr>
        </p:nvSpPr>
        <p:spPr/>
        <p:txBody>
          <a:bodyPr/>
          <a:lstStyle/>
          <a:p>
            <a:r>
              <a:t>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a:t>
            </a:r>
          </a:p>
        </p:txBody>
      </p:sp>
    </p:spTree>
  </p:cSld>
  <p:clrMapOvr>
    <a:masterClrMapping/>
  </p:clrMapOvr>
</p:sld>
</file>

<file path=ppt/slides/slide2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281</a:t>
            </a:r>
          </a:p>
        </p:txBody>
      </p:sp>
      <p:sp>
        <p:nvSpPr>
          <p:cNvPr id="3" name="Content Placeholder 2"/>
          <p:cNvSpPr>
            <a:spLocks noGrp="1"/>
          </p:cNvSpPr>
          <p:nvPr>
            <p:ph idx="1"/>
          </p:nvPr>
        </p:nvSpPr>
        <p:spPr/>
        <p:txBody>
          <a:bodyPr/>
          <a:lstStyle/>
          <a:p>
            <a:r>
              <a:t>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a:t>
            </a:r>
          </a:p>
        </p:txBody>
      </p:sp>
    </p:spTree>
  </p:cSld>
  <p:clrMapOvr>
    <a:masterClrMapping/>
  </p:clrMapOvr>
</p:sld>
</file>

<file path=ppt/slides/slide2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282</a:t>
            </a:r>
          </a:p>
        </p:txBody>
      </p:sp>
      <p:sp>
        <p:nvSpPr>
          <p:cNvPr id="3" name="Content Placeholder 2"/>
          <p:cNvSpPr>
            <a:spLocks noGrp="1"/>
          </p:cNvSpPr>
          <p:nvPr>
            <p:ph idx="1"/>
          </p:nvPr>
        </p:nvSpPr>
        <p:spPr/>
        <p:txBody>
          <a:bodyPr/>
          <a:lstStyle/>
          <a:p>
            <a:r>
              <a:t>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a:t>
            </a:r>
          </a:p>
        </p:txBody>
      </p:sp>
    </p:spTree>
  </p:cSld>
  <p:clrMapOvr>
    <a:masterClrMapping/>
  </p:clrMapOvr>
</p:sld>
</file>

<file path=ppt/slides/slide2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283</a:t>
            </a:r>
          </a:p>
        </p:txBody>
      </p:sp>
      <p:sp>
        <p:nvSpPr>
          <p:cNvPr id="3" name="Content Placeholder 2"/>
          <p:cNvSpPr>
            <a:spLocks noGrp="1"/>
          </p:cNvSpPr>
          <p:nvPr>
            <p:ph idx="1"/>
          </p:nvPr>
        </p:nvSpPr>
        <p:spPr/>
        <p:txBody>
          <a:bodyPr/>
          <a:lstStyle/>
          <a:p>
            <a:r>
              <a:t>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a:t>
            </a:r>
          </a:p>
        </p:txBody>
      </p:sp>
    </p:spTree>
  </p:cSld>
  <p:clrMapOvr>
    <a:masterClrMapping/>
  </p:clrMapOvr>
</p:sld>
</file>

<file path=ppt/slides/slide2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284</a:t>
            </a:r>
          </a:p>
        </p:txBody>
      </p:sp>
      <p:sp>
        <p:nvSpPr>
          <p:cNvPr id="3" name="Content Placeholder 2"/>
          <p:cNvSpPr>
            <a:spLocks noGrp="1"/>
          </p:cNvSpPr>
          <p:nvPr>
            <p:ph idx="1"/>
          </p:nvPr>
        </p:nvSpPr>
        <p:spPr/>
        <p:txBody>
          <a:bodyPr/>
          <a:lstStyle/>
          <a:p>
            <a:r>
              <a:t>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a:t>
            </a:r>
          </a:p>
        </p:txBody>
      </p:sp>
    </p:spTree>
  </p:cSld>
  <p:clrMapOvr>
    <a:masterClrMapping/>
  </p:clrMapOvr>
</p:sld>
</file>

<file path=ppt/slides/slide2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285</a:t>
            </a:r>
          </a:p>
        </p:txBody>
      </p:sp>
      <p:sp>
        <p:nvSpPr>
          <p:cNvPr id="3" name="Content Placeholder 2"/>
          <p:cNvSpPr>
            <a:spLocks noGrp="1"/>
          </p:cNvSpPr>
          <p:nvPr>
            <p:ph idx="1"/>
          </p:nvPr>
        </p:nvSpPr>
        <p:spPr/>
        <p:txBody>
          <a:bodyPr/>
          <a:lstStyle/>
          <a:p>
            <a:r>
              <a:t>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a:t>
            </a:r>
          </a:p>
        </p:txBody>
      </p:sp>
    </p:spTree>
  </p:cSld>
  <p:clrMapOvr>
    <a:masterClrMapping/>
  </p:clrMapOvr>
</p:sld>
</file>

<file path=ppt/slides/slide2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286</a:t>
            </a:r>
          </a:p>
        </p:txBody>
      </p:sp>
      <p:sp>
        <p:nvSpPr>
          <p:cNvPr id="3" name="Content Placeholder 2"/>
          <p:cNvSpPr>
            <a:spLocks noGrp="1"/>
          </p:cNvSpPr>
          <p:nvPr>
            <p:ph idx="1"/>
          </p:nvPr>
        </p:nvSpPr>
        <p:spPr/>
        <p:txBody>
          <a:bodyPr/>
          <a:lstStyle/>
          <a:p>
            <a:r>
              <a:t>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a:t>
            </a:r>
          </a:p>
        </p:txBody>
      </p:sp>
    </p:spTree>
  </p:cSld>
  <p:clrMapOvr>
    <a:masterClrMapping/>
  </p:clrMapOvr>
</p:sld>
</file>

<file path=ppt/slides/slide2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287</a:t>
            </a:r>
          </a:p>
        </p:txBody>
      </p:sp>
      <p:sp>
        <p:nvSpPr>
          <p:cNvPr id="3" name="Content Placeholder 2"/>
          <p:cNvSpPr>
            <a:spLocks noGrp="1"/>
          </p:cNvSpPr>
          <p:nvPr>
            <p:ph idx="1"/>
          </p:nvPr>
        </p:nvSpPr>
        <p:spPr/>
        <p:txBody>
          <a:bodyPr/>
          <a:lstStyle/>
          <a:p>
            <a:r>
              <a:t>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a:t>
            </a:r>
          </a:p>
        </p:txBody>
      </p:sp>
    </p:spTree>
  </p:cSld>
  <p:clrMapOvr>
    <a:masterClrMapping/>
  </p:clrMapOvr>
</p:sld>
</file>

<file path=ppt/slides/slide2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288</a:t>
            </a:r>
          </a:p>
        </p:txBody>
      </p:sp>
      <p:sp>
        <p:nvSpPr>
          <p:cNvPr id="3" name="Content Placeholder 2"/>
          <p:cNvSpPr>
            <a:spLocks noGrp="1"/>
          </p:cNvSpPr>
          <p:nvPr>
            <p:ph idx="1"/>
          </p:nvPr>
        </p:nvSpPr>
        <p:spPr/>
        <p:txBody>
          <a:bodyPr/>
          <a:lstStyle/>
          <a:p>
            <a:r>
              <a:t>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a:t>
            </a:r>
          </a:p>
        </p:txBody>
      </p:sp>
    </p:spTree>
  </p:cSld>
  <p:clrMapOvr>
    <a:masterClrMapping/>
  </p:clrMapOvr>
</p:sld>
</file>

<file path=ppt/slides/slide2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289</a:t>
            </a:r>
          </a:p>
        </p:txBody>
      </p:sp>
      <p:sp>
        <p:nvSpPr>
          <p:cNvPr id="3" name="Content Placeholder 2"/>
          <p:cNvSpPr>
            <a:spLocks noGrp="1"/>
          </p:cNvSpPr>
          <p:nvPr>
            <p:ph idx="1"/>
          </p:nvPr>
        </p:nvSpPr>
        <p:spPr/>
        <p:txBody>
          <a:bodyPr/>
          <a:lstStyle/>
          <a:p>
            <a:r>
              <a:t>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a:t>
            </a:r>
          </a:p>
        </p:txBody>
      </p:sp>
    </p:spTree>
  </p:cSld>
  <p:clrMapOvr>
    <a:masterClrMapping/>
  </p:clrMapOvr>
</p:sld>
</file>

<file path=ppt/slides/slide2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290</a:t>
            </a:r>
          </a:p>
        </p:txBody>
      </p:sp>
      <p:sp>
        <p:nvSpPr>
          <p:cNvPr id="3" name="Content Placeholder 2"/>
          <p:cNvSpPr>
            <a:spLocks noGrp="1"/>
          </p:cNvSpPr>
          <p:nvPr>
            <p:ph idx="1"/>
          </p:nvPr>
        </p:nvSpPr>
        <p:spPr/>
        <p:txBody>
          <a:bodyPr/>
          <a:lstStyle/>
          <a:p>
            <a:r>
              <a:t>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a:t>
            </a:r>
          </a:p>
        </p:txBody>
      </p:sp>
    </p:spTree>
  </p:cSld>
  <p:clrMapOvr>
    <a:masterClrMapping/>
  </p:clrMapOvr>
</p:sld>
</file>

<file path=ppt/slides/slide2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291</a:t>
            </a:r>
          </a:p>
        </p:txBody>
      </p:sp>
      <p:sp>
        <p:nvSpPr>
          <p:cNvPr id="3" name="Content Placeholder 2"/>
          <p:cNvSpPr>
            <a:spLocks noGrp="1"/>
          </p:cNvSpPr>
          <p:nvPr>
            <p:ph idx="1"/>
          </p:nvPr>
        </p:nvSpPr>
        <p:spPr/>
        <p:txBody>
          <a:bodyPr/>
          <a:lstStyle/>
          <a:p>
            <a:r>
              <a:t>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a:t>
            </a:r>
          </a:p>
        </p:txBody>
      </p:sp>
    </p:spTree>
  </p:cSld>
  <p:clrMapOvr>
    <a:masterClrMapping/>
  </p:clrMapOvr>
</p:sld>
</file>

<file path=ppt/slides/slide2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292</a:t>
            </a:r>
          </a:p>
        </p:txBody>
      </p:sp>
      <p:sp>
        <p:nvSpPr>
          <p:cNvPr id="3" name="Content Placeholder 2"/>
          <p:cNvSpPr>
            <a:spLocks noGrp="1"/>
          </p:cNvSpPr>
          <p:nvPr>
            <p:ph idx="1"/>
          </p:nvPr>
        </p:nvSpPr>
        <p:spPr/>
        <p:txBody>
          <a:bodyPr/>
          <a:lstStyle/>
          <a:p>
            <a:r>
              <a:t>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a:t>
            </a:r>
          </a:p>
        </p:txBody>
      </p:sp>
    </p:spTree>
  </p:cSld>
  <p:clrMapOvr>
    <a:masterClrMapping/>
  </p:clrMapOvr>
</p:sld>
</file>

<file path=ppt/slides/slide2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293</a:t>
            </a:r>
          </a:p>
        </p:txBody>
      </p:sp>
      <p:sp>
        <p:nvSpPr>
          <p:cNvPr id="3" name="Content Placeholder 2"/>
          <p:cNvSpPr>
            <a:spLocks noGrp="1"/>
          </p:cNvSpPr>
          <p:nvPr>
            <p:ph idx="1"/>
          </p:nvPr>
        </p:nvSpPr>
        <p:spPr/>
        <p:txBody>
          <a:bodyPr/>
          <a:lstStyle/>
          <a:p>
            <a:r>
              <a:t>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a:t>
            </a:r>
          </a:p>
        </p:txBody>
      </p:sp>
    </p:spTree>
  </p:cSld>
  <p:clrMapOvr>
    <a:masterClrMapping/>
  </p:clrMapOvr>
</p:sld>
</file>

<file path=ppt/slides/slide2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294</a:t>
            </a:r>
          </a:p>
        </p:txBody>
      </p:sp>
      <p:sp>
        <p:nvSpPr>
          <p:cNvPr id="3" name="Content Placeholder 2"/>
          <p:cNvSpPr>
            <a:spLocks noGrp="1"/>
          </p:cNvSpPr>
          <p:nvPr>
            <p:ph idx="1"/>
          </p:nvPr>
        </p:nvSpPr>
        <p:spPr/>
        <p:txBody>
          <a:bodyPr/>
          <a:lstStyle/>
          <a:p>
            <a:r>
              <a:t>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a:t>
            </a:r>
          </a:p>
        </p:txBody>
      </p:sp>
    </p:spTree>
  </p:cSld>
  <p:clrMapOvr>
    <a:masterClrMapping/>
  </p:clrMapOvr>
</p:sld>
</file>

<file path=ppt/slides/slide2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295</a:t>
            </a:r>
          </a:p>
        </p:txBody>
      </p:sp>
      <p:sp>
        <p:nvSpPr>
          <p:cNvPr id="3" name="Content Placeholder 2"/>
          <p:cNvSpPr>
            <a:spLocks noGrp="1"/>
          </p:cNvSpPr>
          <p:nvPr>
            <p:ph idx="1"/>
          </p:nvPr>
        </p:nvSpPr>
        <p:spPr/>
        <p:txBody>
          <a:bodyPr/>
          <a:lstStyle/>
          <a:p>
            <a:r>
              <a:t>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a:t>
            </a:r>
          </a:p>
        </p:txBody>
      </p:sp>
    </p:spTree>
  </p:cSld>
  <p:clrMapOvr>
    <a:masterClrMapping/>
  </p:clrMapOvr>
</p:sld>
</file>

<file path=ppt/slides/slide2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296</a:t>
            </a:r>
          </a:p>
        </p:txBody>
      </p:sp>
      <p:sp>
        <p:nvSpPr>
          <p:cNvPr id="3" name="Content Placeholder 2"/>
          <p:cNvSpPr>
            <a:spLocks noGrp="1"/>
          </p:cNvSpPr>
          <p:nvPr>
            <p:ph idx="1"/>
          </p:nvPr>
        </p:nvSpPr>
        <p:spPr/>
        <p:txBody>
          <a:bodyPr/>
          <a:lstStyle/>
          <a:p>
            <a:r>
              <a:t>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a:t>
            </a:r>
          </a:p>
        </p:txBody>
      </p:sp>
    </p:spTree>
  </p:cSld>
  <p:clrMapOvr>
    <a:masterClrMapping/>
  </p:clrMapOvr>
</p:sld>
</file>

<file path=ppt/slides/slide2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297</a:t>
            </a:r>
          </a:p>
        </p:txBody>
      </p:sp>
      <p:sp>
        <p:nvSpPr>
          <p:cNvPr id="3" name="Content Placeholder 2"/>
          <p:cNvSpPr>
            <a:spLocks noGrp="1"/>
          </p:cNvSpPr>
          <p:nvPr>
            <p:ph idx="1"/>
          </p:nvPr>
        </p:nvSpPr>
        <p:spPr/>
        <p:txBody>
          <a:bodyPr/>
          <a:lstStyle/>
          <a:p>
            <a:r>
              <a:t>.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a:t>
            </a:r>
          </a:p>
        </p:txBody>
      </p:sp>
    </p:spTree>
  </p:cSld>
  <p:clrMapOvr>
    <a:masterClrMapping/>
  </p:clrMapOvr>
</p:sld>
</file>

<file path=ppt/slides/slide2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298</a:t>
            </a:r>
          </a:p>
        </p:txBody>
      </p:sp>
      <p:sp>
        <p:nvSpPr>
          <p:cNvPr id="3" name="Content Placeholder 2"/>
          <p:cNvSpPr>
            <a:spLocks noGrp="1"/>
          </p:cNvSpPr>
          <p:nvPr>
            <p:ph idx="1"/>
          </p:nvPr>
        </p:nvSpPr>
        <p:spPr/>
        <p:txBody>
          <a:bodyPr/>
          <a:lstStyle/>
          <a:p>
            <a:r>
              <a:t>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a:t>
            </a:r>
          </a:p>
        </p:txBody>
      </p:sp>
    </p:spTree>
  </p:cSld>
  <p:clrMapOvr>
    <a:masterClrMapping/>
  </p:clrMapOvr>
</p:sld>
</file>

<file path=ppt/slides/slide2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299</a:t>
            </a:r>
          </a:p>
        </p:txBody>
      </p:sp>
      <p:sp>
        <p:nvSpPr>
          <p:cNvPr id="3" name="Content Placeholder 2"/>
          <p:cNvSpPr>
            <a:spLocks noGrp="1"/>
          </p:cNvSpPr>
          <p:nvPr>
            <p:ph idx="1"/>
          </p:nvPr>
        </p:nvSpPr>
        <p:spPr/>
        <p:txBody>
          <a:bodyPr/>
          <a:lstStyle/>
          <a:p>
            <a:r>
              <a:t>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a:t>
            </a:r>
          </a:p>
        </p:txBody>
      </p:sp>
    </p:spTree>
  </p:cSld>
  <p:clrMapOvr>
    <a:masterClrMapping/>
  </p:clrMapOvr>
</p:sld>
</file>

<file path=ppt/slides/slide3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300</a:t>
            </a:r>
          </a:p>
        </p:txBody>
      </p:sp>
      <p:sp>
        <p:nvSpPr>
          <p:cNvPr id="3" name="Content Placeholder 2"/>
          <p:cNvSpPr>
            <a:spLocks noGrp="1"/>
          </p:cNvSpPr>
          <p:nvPr>
            <p:ph idx="1"/>
          </p:nvPr>
        </p:nvSpPr>
        <p:spPr/>
        <p:txBody>
          <a:bodyPr/>
          <a:lstStyle/>
          <a:p>
            <a:r>
              <a:t>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a:t>
            </a:r>
          </a:p>
        </p:txBody>
      </p:sp>
    </p:spTree>
  </p:cSld>
  <p:clrMapOvr>
    <a:masterClrMapping/>
  </p:clrMapOvr>
</p:sld>
</file>

<file path=ppt/slides/slide3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301</a:t>
            </a:r>
          </a:p>
        </p:txBody>
      </p:sp>
      <p:sp>
        <p:nvSpPr>
          <p:cNvPr id="3" name="Content Placeholder 2"/>
          <p:cNvSpPr>
            <a:spLocks noGrp="1"/>
          </p:cNvSpPr>
          <p:nvPr>
            <p:ph idx="1"/>
          </p:nvPr>
        </p:nvSpPr>
        <p:spPr/>
        <p:txBody>
          <a:bodyPr/>
          <a:lstStyle/>
          <a:p>
            <a:r>
              <a:t>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a:t>
            </a:r>
          </a:p>
        </p:txBody>
      </p:sp>
    </p:spTree>
  </p:cSld>
  <p:clrMapOvr>
    <a:masterClrMapping/>
  </p:clrMapOvr>
</p:sld>
</file>

<file path=ppt/slides/slide3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302</a:t>
            </a:r>
          </a:p>
        </p:txBody>
      </p:sp>
      <p:sp>
        <p:nvSpPr>
          <p:cNvPr id="3" name="Content Placeholder 2"/>
          <p:cNvSpPr>
            <a:spLocks noGrp="1"/>
          </p:cNvSpPr>
          <p:nvPr>
            <p:ph idx="1"/>
          </p:nvPr>
        </p:nvSpPr>
        <p:spPr/>
        <p:txBody>
          <a:bodyPr/>
          <a:lstStyle/>
          <a:p>
            <a:r>
              <a:t>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a:t>
            </a:r>
          </a:p>
        </p:txBody>
      </p:sp>
    </p:spTree>
  </p:cSld>
  <p:clrMapOvr>
    <a:masterClrMapping/>
  </p:clrMapOvr>
</p:sld>
</file>

<file path=ppt/slides/slide3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303</a:t>
            </a:r>
          </a:p>
        </p:txBody>
      </p:sp>
      <p:sp>
        <p:nvSpPr>
          <p:cNvPr id="3" name="Content Placeholder 2"/>
          <p:cNvSpPr>
            <a:spLocks noGrp="1"/>
          </p:cNvSpPr>
          <p:nvPr>
            <p:ph idx="1"/>
          </p:nvPr>
        </p:nvSpPr>
        <p:spPr/>
        <p:txBody>
          <a:bodyPr/>
          <a:lstStyle/>
          <a:p>
            <a:r>
              <a:t>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a:t>
            </a:r>
          </a:p>
        </p:txBody>
      </p:sp>
    </p:spTree>
  </p:cSld>
  <p:clrMapOvr>
    <a:masterClrMapping/>
  </p:clrMapOvr>
</p:sld>
</file>

<file path=ppt/slides/slide3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304</a:t>
            </a:r>
          </a:p>
        </p:txBody>
      </p:sp>
      <p:sp>
        <p:nvSpPr>
          <p:cNvPr id="3" name="Content Placeholder 2"/>
          <p:cNvSpPr>
            <a:spLocks noGrp="1"/>
          </p:cNvSpPr>
          <p:nvPr>
            <p:ph idx="1"/>
          </p:nvPr>
        </p:nvSpPr>
        <p:spPr/>
        <p:txBody>
          <a:bodyPr/>
          <a:lstStyle/>
          <a:p>
            <a:r>
              <a:t>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a:t>
            </a:r>
          </a:p>
        </p:txBody>
      </p:sp>
    </p:spTree>
  </p:cSld>
  <p:clrMapOvr>
    <a:masterClrMapping/>
  </p:clrMapOvr>
</p:sld>
</file>

<file path=ppt/slides/slide3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305</a:t>
            </a:r>
          </a:p>
        </p:txBody>
      </p:sp>
      <p:sp>
        <p:nvSpPr>
          <p:cNvPr id="3" name="Content Placeholder 2"/>
          <p:cNvSpPr>
            <a:spLocks noGrp="1"/>
          </p:cNvSpPr>
          <p:nvPr>
            <p:ph idx="1"/>
          </p:nvPr>
        </p:nvSpPr>
        <p:spPr/>
        <p:txBody>
          <a:bodyPr/>
          <a:lstStyle/>
          <a:p>
            <a:r>
              <a:t>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a:t>
            </a:r>
          </a:p>
        </p:txBody>
      </p:sp>
    </p:spTree>
  </p:cSld>
  <p:clrMapOvr>
    <a:masterClrMapping/>
  </p:clrMapOvr>
</p:sld>
</file>

<file path=ppt/slides/slide3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306</a:t>
            </a:r>
          </a:p>
        </p:txBody>
      </p:sp>
      <p:sp>
        <p:nvSpPr>
          <p:cNvPr id="3" name="Content Placeholder 2"/>
          <p:cNvSpPr>
            <a:spLocks noGrp="1"/>
          </p:cNvSpPr>
          <p:nvPr>
            <p:ph idx="1"/>
          </p:nvPr>
        </p:nvSpPr>
        <p:spPr/>
        <p:txBody>
          <a:bodyPr/>
          <a:lstStyle/>
          <a:p>
            <a:r>
              <a:t>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a:t>
            </a:r>
          </a:p>
        </p:txBody>
      </p:sp>
    </p:spTree>
  </p:cSld>
  <p:clrMapOvr>
    <a:masterClrMapping/>
  </p:clrMapOvr>
</p:sld>
</file>

<file path=ppt/slides/slide3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307</a:t>
            </a:r>
          </a:p>
        </p:txBody>
      </p:sp>
      <p:sp>
        <p:nvSpPr>
          <p:cNvPr id="3" name="Content Placeholder 2"/>
          <p:cNvSpPr>
            <a:spLocks noGrp="1"/>
          </p:cNvSpPr>
          <p:nvPr>
            <p:ph idx="1"/>
          </p:nvPr>
        </p:nvSpPr>
        <p:spPr/>
        <p:txBody>
          <a:bodyPr/>
          <a:lstStyle/>
          <a:p>
            <a:r>
              <a:t>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a:t>
            </a:r>
          </a:p>
        </p:txBody>
      </p:sp>
    </p:spTree>
  </p:cSld>
  <p:clrMapOvr>
    <a:masterClrMapping/>
  </p:clrMapOvr>
</p:sld>
</file>

<file path=ppt/slides/slide3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308</a:t>
            </a:r>
          </a:p>
        </p:txBody>
      </p:sp>
      <p:sp>
        <p:nvSpPr>
          <p:cNvPr id="3" name="Content Placeholder 2"/>
          <p:cNvSpPr>
            <a:spLocks noGrp="1"/>
          </p:cNvSpPr>
          <p:nvPr>
            <p:ph idx="1"/>
          </p:nvPr>
        </p:nvSpPr>
        <p:spPr/>
        <p:txBody>
          <a:bodyPr/>
          <a:lstStyle/>
          <a:p>
            <a:r>
              <a:t>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a:t>
            </a:r>
          </a:p>
        </p:txBody>
      </p:sp>
    </p:spTree>
  </p:cSld>
  <p:clrMapOvr>
    <a:masterClrMapping/>
  </p:clrMapOvr>
</p:sld>
</file>

<file path=ppt/slides/slide3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309</a:t>
            </a:r>
          </a:p>
        </p:txBody>
      </p:sp>
      <p:sp>
        <p:nvSpPr>
          <p:cNvPr id="3" name="Content Placeholder 2"/>
          <p:cNvSpPr>
            <a:spLocks noGrp="1"/>
          </p:cNvSpPr>
          <p:nvPr>
            <p:ph idx="1"/>
          </p:nvPr>
        </p:nvSpPr>
        <p:spPr/>
        <p:txBody>
          <a:bodyPr/>
          <a:lstStyle/>
          <a:p>
            <a:r>
              <a:t>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a:t>
            </a:r>
          </a:p>
        </p:txBody>
      </p:sp>
    </p:spTree>
  </p:cSld>
  <p:clrMapOvr>
    <a:masterClrMapping/>
  </p:clrMapOvr>
</p:sld>
</file>

<file path=ppt/slides/slide3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310</a:t>
            </a:r>
          </a:p>
        </p:txBody>
      </p:sp>
      <p:sp>
        <p:nvSpPr>
          <p:cNvPr id="3" name="Content Placeholder 2"/>
          <p:cNvSpPr>
            <a:spLocks noGrp="1"/>
          </p:cNvSpPr>
          <p:nvPr>
            <p:ph idx="1"/>
          </p:nvPr>
        </p:nvSpPr>
        <p:spPr/>
        <p:txBody>
          <a:bodyPr/>
          <a:lstStyle/>
          <a:p>
            <a:r>
              <a:t>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a:t>
            </a:r>
          </a:p>
        </p:txBody>
      </p:sp>
    </p:spTree>
  </p:cSld>
  <p:clrMapOvr>
    <a:masterClrMapping/>
  </p:clrMapOvr>
</p:sld>
</file>

<file path=ppt/slides/slide3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311</a:t>
            </a:r>
          </a:p>
        </p:txBody>
      </p:sp>
      <p:sp>
        <p:nvSpPr>
          <p:cNvPr id="3" name="Content Placeholder 2"/>
          <p:cNvSpPr>
            <a:spLocks noGrp="1"/>
          </p:cNvSpPr>
          <p:nvPr>
            <p:ph idx="1"/>
          </p:nvPr>
        </p:nvSpPr>
        <p:spPr/>
        <p:txBody>
          <a:bodyPr/>
          <a:lstStyle/>
          <a:p>
            <a:r>
              <a:t>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a:t>
            </a:r>
          </a:p>
        </p:txBody>
      </p:sp>
    </p:spTree>
  </p:cSld>
  <p:clrMapOvr>
    <a:masterClrMapping/>
  </p:clrMapOvr>
</p:sld>
</file>

<file path=ppt/slides/slide3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312</a:t>
            </a:r>
          </a:p>
        </p:txBody>
      </p:sp>
      <p:sp>
        <p:nvSpPr>
          <p:cNvPr id="3" name="Content Placeholder 2"/>
          <p:cNvSpPr>
            <a:spLocks noGrp="1"/>
          </p:cNvSpPr>
          <p:nvPr>
            <p:ph idx="1"/>
          </p:nvPr>
        </p:nvSpPr>
        <p:spPr/>
        <p:txBody>
          <a:bodyPr/>
          <a:lstStyle/>
          <a:p>
            <a:r>
              <a:t>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a:t>
            </a:r>
          </a:p>
        </p:txBody>
      </p:sp>
    </p:spTree>
  </p:cSld>
  <p:clrMapOvr>
    <a:masterClrMapping/>
  </p:clrMapOvr>
</p:sld>
</file>

<file path=ppt/slides/slide3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313</a:t>
            </a:r>
          </a:p>
        </p:txBody>
      </p:sp>
      <p:sp>
        <p:nvSpPr>
          <p:cNvPr id="3" name="Content Placeholder 2"/>
          <p:cNvSpPr>
            <a:spLocks noGrp="1"/>
          </p:cNvSpPr>
          <p:nvPr>
            <p:ph idx="1"/>
          </p:nvPr>
        </p:nvSpPr>
        <p:spPr/>
        <p:txBody>
          <a:bodyPr/>
          <a:lstStyle/>
          <a:p>
            <a:r>
              <a:t>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a:t>
            </a:r>
          </a:p>
        </p:txBody>
      </p:sp>
    </p:spTree>
  </p:cSld>
  <p:clrMapOvr>
    <a:masterClrMapping/>
  </p:clrMapOvr>
</p:sld>
</file>

<file path=ppt/slides/slide3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314</a:t>
            </a:r>
          </a:p>
        </p:txBody>
      </p:sp>
      <p:sp>
        <p:nvSpPr>
          <p:cNvPr id="3" name="Content Placeholder 2"/>
          <p:cNvSpPr>
            <a:spLocks noGrp="1"/>
          </p:cNvSpPr>
          <p:nvPr>
            <p:ph idx="1"/>
          </p:nvPr>
        </p:nvSpPr>
        <p:spPr/>
        <p:txBody>
          <a:bodyPr/>
          <a:lstStyle/>
          <a:p>
            <a:r>
              <a:t>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a:t>
            </a:r>
          </a:p>
        </p:txBody>
      </p:sp>
    </p:spTree>
  </p:cSld>
  <p:clrMapOvr>
    <a:masterClrMapping/>
  </p:clrMapOvr>
</p:sld>
</file>

<file path=ppt/slides/slide3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315</a:t>
            </a:r>
          </a:p>
        </p:txBody>
      </p:sp>
      <p:sp>
        <p:nvSpPr>
          <p:cNvPr id="3" name="Content Placeholder 2"/>
          <p:cNvSpPr>
            <a:spLocks noGrp="1"/>
          </p:cNvSpPr>
          <p:nvPr>
            <p:ph idx="1"/>
          </p:nvPr>
        </p:nvSpPr>
        <p:spPr/>
        <p:txBody>
          <a:bodyPr/>
          <a:lstStyle/>
          <a:p>
            <a:r>
              <a:t>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a:t>
            </a:r>
          </a:p>
        </p:txBody>
      </p:sp>
    </p:spTree>
  </p:cSld>
  <p:clrMapOvr>
    <a:masterClrMapping/>
  </p:clrMapOvr>
</p:sld>
</file>

<file path=ppt/slides/slide3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316</a:t>
            </a:r>
          </a:p>
        </p:txBody>
      </p:sp>
      <p:sp>
        <p:nvSpPr>
          <p:cNvPr id="3" name="Content Placeholder 2"/>
          <p:cNvSpPr>
            <a:spLocks noGrp="1"/>
          </p:cNvSpPr>
          <p:nvPr>
            <p:ph idx="1"/>
          </p:nvPr>
        </p:nvSpPr>
        <p:spPr/>
        <p:txBody>
          <a:bodyPr/>
          <a:lstStyle/>
          <a:p>
            <a:r>
              <a:t>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a:t>
            </a:r>
          </a:p>
        </p:txBody>
      </p:sp>
    </p:spTree>
  </p:cSld>
  <p:clrMapOvr>
    <a:masterClrMapping/>
  </p:clrMapOvr>
</p:sld>
</file>

<file path=ppt/slides/slide3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317</a:t>
            </a:r>
          </a:p>
        </p:txBody>
      </p:sp>
      <p:sp>
        <p:nvSpPr>
          <p:cNvPr id="3" name="Content Placeholder 2"/>
          <p:cNvSpPr>
            <a:spLocks noGrp="1"/>
          </p:cNvSpPr>
          <p:nvPr>
            <p:ph idx="1"/>
          </p:nvPr>
        </p:nvSpPr>
        <p:spPr/>
        <p:txBody>
          <a:bodyPr/>
          <a:lstStyle/>
          <a:p>
            <a:r>
              <a:t>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a:t>
            </a:r>
          </a:p>
        </p:txBody>
      </p:sp>
    </p:spTree>
  </p:cSld>
  <p:clrMapOvr>
    <a:masterClrMapping/>
  </p:clrMapOvr>
</p:sld>
</file>

<file path=ppt/slides/slide3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318</a:t>
            </a:r>
          </a:p>
        </p:txBody>
      </p:sp>
      <p:sp>
        <p:nvSpPr>
          <p:cNvPr id="3" name="Content Placeholder 2"/>
          <p:cNvSpPr>
            <a:spLocks noGrp="1"/>
          </p:cNvSpPr>
          <p:nvPr>
            <p:ph idx="1"/>
          </p:nvPr>
        </p:nvSpPr>
        <p:spPr/>
        <p:txBody>
          <a:bodyPr/>
          <a:lstStyle/>
          <a:p>
            <a:r>
              <a:t>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a:t>
            </a:r>
          </a:p>
        </p:txBody>
      </p:sp>
    </p:spTree>
  </p:cSld>
  <p:clrMapOvr>
    <a:masterClrMapping/>
  </p:clrMapOvr>
</p:sld>
</file>

<file path=ppt/slides/slide3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319</a:t>
            </a:r>
          </a:p>
        </p:txBody>
      </p:sp>
      <p:sp>
        <p:nvSpPr>
          <p:cNvPr id="3" name="Content Placeholder 2"/>
          <p:cNvSpPr>
            <a:spLocks noGrp="1"/>
          </p:cNvSpPr>
          <p:nvPr>
            <p:ph idx="1"/>
          </p:nvPr>
        </p:nvSpPr>
        <p:spPr/>
        <p:txBody>
          <a:bodyPr/>
          <a:lstStyle/>
          <a:p>
            <a:r>
              <a:t>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a:t>
            </a:r>
          </a:p>
        </p:txBody>
      </p:sp>
    </p:spTree>
  </p:cSld>
  <p:clrMapOvr>
    <a:masterClrMapping/>
  </p:clrMapOvr>
</p:sld>
</file>

<file path=ppt/slides/slide3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320</a:t>
            </a:r>
          </a:p>
        </p:txBody>
      </p:sp>
      <p:sp>
        <p:nvSpPr>
          <p:cNvPr id="3" name="Content Placeholder 2"/>
          <p:cNvSpPr>
            <a:spLocks noGrp="1"/>
          </p:cNvSpPr>
          <p:nvPr>
            <p:ph idx="1"/>
          </p:nvPr>
        </p:nvSpPr>
        <p:spPr/>
        <p:txBody>
          <a:bodyPr/>
          <a:lstStyle/>
          <a:p>
            <a:r>
              <a:t>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a:t>
            </a:r>
          </a:p>
        </p:txBody>
      </p:sp>
    </p:spTree>
  </p:cSld>
  <p:clrMapOvr>
    <a:masterClrMapping/>
  </p:clrMapOvr>
</p:sld>
</file>

<file path=ppt/slides/slide3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321</a:t>
            </a:r>
          </a:p>
        </p:txBody>
      </p:sp>
      <p:sp>
        <p:nvSpPr>
          <p:cNvPr id="3" name="Content Placeholder 2"/>
          <p:cNvSpPr>
            <a:spLocks noGrp="1"/>
          </p:cNvSpPr>
          <p:nvPr>
            <p:ph idx="1"/>
          </p:nvPr>
        </p:nvSpPr>
        <p:spPr/>
        <p:txBody>
          <a:bodyPr/>
          <a:lstStyle/>
          <a:p>
            <a:r>
              <a:t>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a:t>
            </a:r>
          </a:p>
        </p:txBody>
      </p:sp>
    </p:spTree>
  </p:cSld>
  <p:clrMapOvr>
    <a:masterClrMapping/>
  </p:clrMapOvr>
</p:sld>
</file>

<file path=ppt/slides/slide3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322</a:t>
            </a:r>
          </a:p>
        </p:txBody>
      </p:sp>
      <p:sp>
        <p:nvSpPr>
          <p:cNvPr id="3" name="Content Placeholder 2"/>
          <p:cNvSpPr>
            <a:spLocks noGrp="1"/>
          </p:cNvSpPr>
          <p:nvPr>
            <p:ph idx="1"/>
          </p:nvPr>
        </p:nvSpPr>
        <p:spPr/>
        <p:txBody>
          <a:bodyPr/>
          <a:lstStyle/>
          <a:p>
            <a:r>
              <a:t>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a:t>
            </a:r>
          </a:p>
        </p:txBody>
      </p:sp>
    </p:spTree>
  </p:cSld>
  <p:clrMapOvr>
    <a:masterClrMapping/>
  </p:clrMapOvr>
</p:sld>
</file>

<file path=ppt/slides/slide3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323</a:t>
            </a:r>
          </a:p>
        </p:txBody>
      </p:sp>
      <p:sp>
        <p:nvSpPr>
          <p:cNvPr id="3" name="Content Placeholder 2"/>
          <p:cNvSpPr>
            <a:spLocks noGrp="1"/>
          </p:cNvSpPr>
          <p:nvPr>
            <p:ph idx="1"/>
          </p:nvPr>
        </p:nvSpPr>
        <p:spPr/>
        <p:txBody>
          <a:bodyPr/>
          <a:lstStyle/>
          <a:p>
            <a:r>
              <a:t>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a:t>
            </a:r>
          </a:p>
        </p:txBody>
      </p:sp>
    </p:spTree>
  </p:cSld>
  <p:clrMapOvr>
    <a:masterClrMapping/>
  </p:clrMapOvr>
</p:sld>
</file>

<file path=ppt/slides/slide3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324</a:t>
            </a:r>
          </a:p>
        </p:txBody>
      </p:sp>
      <p:sp>
        <p:nvSpPr>
          <p:cNvPr id="3" name="Content Placeholder 2"/>
          <p:cNvSpPr>
            <a:spLocks noGrp="1"/>
          </p:cNvSpPr>
          <p:nvPr>
            <p:ph idx="1"/>
          </p:nvPr>
        </p:nvSpPr>
        <p:spPr/>
        <p:txBody>
          <a:bodyPr/>
          <a:lstStyle/>
          <a:p>
            <a:r>
              <a:t>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a:t>
            </a:r>
          </a:p>
        </p:txBody>
      </p:sp>
    </p:spTree>
  </p:cSld>
  <p:clrMapOvr>
    <a:masterClrMapping/>
  </p:clrMapOvr>
</p:sld>
</file>

<file path=ppt/slides/slide3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325</a:t>
            </a:r>
          </a:p>
        </p:txBody>
      </p:sp>
      <p:sp>
        <p:nvSpPr>
          <p:cNvPr id="3" name="Content Placeholder 2"/>
          <p:cNvSpPr>
            <a:spLocks noGrp="1"/>
          </p:cNvSpPr>
          <p:nvPr>
            <p:ph idx="1"/>
          </p:nvPr>
        </p:nvSpPr>
        <p:spPr/>
        <p:txBody>
          <a:bodyPr/>
          <a:lstStyle/>
          <a:p>
            <a:r>
              <a:t>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a:t>
            </a:r>
          </a:p>
        </p:txBody>
      </p:sp>
    </p:spTree>
  </p:cSld>
  <p:clrMapOvr>
    <a:masterClrMapping/>
  </p:clrMapOvr>
</p:sld>
</file>

<file path=ppt/slides/slide3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326</a:t>
            </a:r>
          </a:p>
        </p:txBody>
      </p:sp>
      <p:sp>
        <p:nvSpPr>
          <p:cNvPr id="3" name="Content Placeholder 2"/>
          <p:cNvSpPr>
            <a:spLocks noGrp="1"/>
          </p:cNvSpPr>
          <p:nvPr>
            <p:ph idx="1"/>
          </p:nvPr>
        </p:nvSpPr>
        <p:spPr/>
        <p:txBody>
          <a:bodyPr/>
          <a:lstStyle/>
          <a:p>
            <a:r>
              <a:t>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a:t>
            </a:r>
          </a:p>
        </p:txBody>
      </p:sp>
    </p:spTree>
  </p:cSld>
  <p:clrMapOvr>
    <a:masterClrMapping/>
  </p:clrMapOvr>
</p:sld>
</file>

<file path=ppt/slides/slide3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327</a:t>
            </a:r>
          </a:p>
        </p:txBody>
      </p:sp>
      <p:sp>
        <p:nvSpPr>
          <p:cNvPr id="3" name="Content Placeholder 2"/>
          <p:cNvSpPr>
            <a:spLocks noGrp="1"/>
          </p:cNvSpPr>
          <p:nvPr>
            <p:ph idx="1"/>
          </p:nvPr>
        </p:nvSpPr>
        <p:spPr/>
        <p:txBody>
          <a:bodyPr/>
          <a:lstStyle/>
          <a:p>
            <a:r>
              <a:t>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a:t>
            </a:r>
          </a:p>
        </p:txBody>
      </p:sp>
    </p:spTree>
  </p:cSld>
  <p:clrMapOvr>
    <a:masterClrMapping/>
  </p:clrMapOvr>
</p:sld>
</file>

<file path=ppt/slides/slide3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328</a:t>
            </a:r>
          </a:p>
        </p:txBody>
      </p:sp>
      <p:sp>
        <p:nvSpPr>
          <p:cNvPr id="3" name="Content Placeholder 2"/>
          <p:cNvSpPr>
            <a:spLocks noGrp="1"/>
          </p:cNvSpPr>
          <p:nvPr>
            <p:ph idx="1"/>
          </p:nvPr>
        </p:nvSpPr>
        <p:spPr/>
        <p:txBody>
          <a:bodyPr/>
          <a:lstStyle/>
          <a:p>
            <a:r>
              <a:t>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a:t>
            </a:r>
          </a:p>
        </p:txBody>
      </p:sp>
    </p:spTree>
  </p:cSld>
  <p:clrMapOvr>
    <a:masterClrMapping/>
  </p:clrMapOvr>
</p:sld>
</file>

<file path=ppt/slides/slide3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329</a:t>
            </a:r>
          </a:p>
        </p:txBody>
      </p:sp>
      <p:sp>
        <p:nvSpPr>
          <p:cNvPr id="3" name="Content Placeholder 2"/>
          <p:cNvSpPr>
            <a:spLocks noGrp="1"/>
          </p:cNvSpPr>
          <p:nvPr>
            <p:ph idx="1"/>
          </p:nvPr>
        </p:nvSpPr>
        <p:spPr/>
        <p:txBody>
          <a:bodyPr/>
          <a:lstStyle/>
          <a:p>
            <a:r>
              <a:t>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a:t>
            </a:r>
          </a:p>
        </p:txBody>
      </p:sp>
    </p:spTree>
  </p:cSld>
  <p:clrMapOvr>
    <a:masterClrMapping/>
  </p:clrMapOvr>
</p:sld>
</file>

<file path=ppt/slides/slide3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330</a:t>
            </a:r>
          </a:p>
        </p:txBody>
      </p:sp>
      <p:sp>
        <p:nvSpPr>
          <p:cNvPr id="3" name="Content Placeholder 2"/>
          <p:cNvSpPr>
            <a:spLocks noGrp="1"/>
          </p:cNvSpPr>
          <p:nvPr>
            <p:ph idx="1"/>
          </p:nvPr>
        </p:nvSpPr>
        <p:spPr/>
        <p:txBody>
          <a:bodyPr/>
          <a:lstStyle/>
          <a:p>
            <a:r>
              <a:t>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a:t>
            </a:r>
          </a:p>
        </p:txBody>
      </p:sp>
    </p:spTree>
  </p:cSld>
  <p:clrMapOvr>
    <a:masterClrMapping/>
  </p:clrMapOvr>
</p:sld>
</file>

<file path=ppt/slides/slide3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331</a:t>
            </a:r>
          </a:p>
        </p:txBody>
      </p:sp>
      <p:sp>
        <p:nvSpPr>
          <p:cNvPr id="3" name="Content Placeholder 2"/>
          <p:cNvSpPr>
            <a:spLocks noGrp="1"/>
          </p:cNvSpPr>
          <p:nvPr>
            <p:ph idx="1"/>
          </p:nvPr>
        </p:nvSpPr>
        <p:spPr/>
        <p:txBody>
          <a:bodyPr/>
          <a:lstStyle/>
          <a:p>
            <a:r>
              <a:t>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a:t>
            </a:r>
          </a:p>
        </p:txBody>
      </p:sp>
    </p:spTree>
  </p:cSld>
  <p:clrMapOvr>
    <a:masterClrMapping/>
  </p:clrMapOvr>
</p:sld>
</file>

<file path=ppt/slides/slide3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332</a:t>
            </a:r>
          </a:p>
        </p:txBody>
      </p:sp>
      <p:sp>
        <p:nvSpPr>
          <p:cNvPr id="3" name="Content Placeholder 2"/>
          <p:cNvSpPr>
            <a:spLocks noGrp="1"/>
          </p:cNvSpPr>
          <p:nvPr>
            <p:ph idx="1"/>
          </p:nvPr>
        </p:nvSpPr>
        <p:spPr/>
        <p:txBody>
          <a:bodyPr/>
          <a:lstStyle/>
          <a:p>
            <a:r>
              <a:t>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a:t>
            </a:r>
          </a:p>
        </p:txBody>
      </p:sp>
    </p:spTree>
  </p:cSld>
  <p:clrMapOvr>
    <a:masterClrMapping/>
  </p:clrMapOvr>
</p:sld>
</file>

<file path=ppt/slides/slide3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333</a:t>
            </a:r>
          </a:p>
        </p:txBody>
      </p:sp>
      <p:sp>
        <p:nvSpPr>
          <p:cNvPr id="3" name="Content Placeholder 2"/>
          <p:cNvSpPr>
            <a:spLocks noGrp="1"/>
          </p:cNvSpPr>
          <p:nvPr>
            <p:ph idx="1"/>
          </p:nvPr>
        </p:nvSpPr>
        <p:spPr/>
        <p:txBody>
          <a:bodyPr/>
          <a:lstStyle/>
          <a:p>
            <a:r>
              <a:t>.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a:t>
            </a:r>
          </a:p>
        </p:txBody>
      </p:sp>
    </p:spTree>
  </p:cSld>
  <p:clrMapOvr>
    <a:masterClrMapping/>
  </p:clrMapOvr>
</p:sld>
</file>

<file path=ppt/slides/slide3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334</a:t>
            </a:r>
          </a:p>
        </p:txBody>
      </p:sp>
      <p:sp>
        <p:nvSpPr>
          <p:cNvPr id="3" name="Content Placeholder 2"/>
          <p:cNvSpPr>
            <a:spLocks noGrp="1"/>
          </p:cNvSpPr>
          <p:nvPr>
            <p:ph idx="1"/>
          </p:nvPr>
        </p:nvSpPr>
        <p:spPr/>
        <p:txBody>
          <a:bodyPr/>
          <a:lstStyle/>
          <a:p>
            <a:r>
              <a:t>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a:t>
            </a:r>
          </a:p>
        </p:txBody>
      </p:sp>
    </p:spTree>
  </p:cSld>
  <p:clrMapOvr>
    <a:masterClrMapping/>
  </p:clrMapOvr>
</p:sld>
</file>

<file path=ppt/slides/slide3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335</a:t>
            </a:r>
          </a:p>
        </p:txBody>
      </p:sp>
      <p:sp>
        <p:nvSpPr>
          <p:cNvPr id="3" name="Content Placeholder 2"/>
          <p:cNvSpPr>
            <a:spLocks noGrp="1"/>
          </p:cNvSpPr>
          <p:nvPr>
            <p:ph idx="1"/>
          </p:nvPr>
        </p:nvSpPr>
        <p:spPr/>
        <p:txBody>
          <a:bodyPr/>
          <a:lstStyle/>
          <a:p>
            <a:r>
              <a:t>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a:t>
            </a:r>
          </a:p>
        </p:txBody>
      </p:sp>
    </p:spTree>
  </p:cSld>
  <p:clrMapOvr>
    <a:masterClrMapping/>
  </p:clrMapOvr>
</p:sld>
</file>

<file path=ppt/slides/slide3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336</a:t>
            </a:r>
          </a:p>
        </p:txBody>
      </p:sp>
      <p:sp>
        <p:nvSpPr>
          <p:cNvPr id="3" name="Content Placeholder 2"/>
          <p:cNvSpPr>
            <a:spLocks noGrp="1"/>
          </p:cNvSpPr>
          <p:nvPr>
            <p:ph idx="1"/>
          </p:nvPr>
        </p:nvSpPr>
        <p:spPr/>
        <p:txBody>
          <a:bodyPr/>
          <a:lstStyle/>
          <a:p>
            <a:r>
              <a:t>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a:t>
            </a:r>
          </a:p>
        </p:txBody>
      </p:sp>
    </p:spTree>
  </p:cSld>
  <p:clrMapOvr>
    <a:masterClrMapping/>
  </p:clrMapOvr>
</p:sld>
</file>

<file path=ppt/slides/slide3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337</a:t>
            </a:r>
          </a:p>
        </p:txBody>
      </p:sp>
      <p:sp>
        <p:nvSpPr>
          <p:cNvPr id="3" name="Content Placeholder 2"/>
          <p:cNvSpPr>
            <a:spLocks noGrp="1"/>
          </p:cNvSpPr>
          <p:nvPr>
            <p:ph idx="1"/>
          </p:nvPr>
        </p:nvSpPr>
        <p:spPr/>
        <p:txBody>
          <a:bodyPr/>
          <a:lstStyle/>
          <a:p>
            <a:r>
              <a:t>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a:t>
            </a:r>
          </a:p>
        </p:txBody>
      </p:sp>
    </p:spTree>
  </p:cSld>
  <p:clrMapOvr>
    <a:masterClrMapping/>
  </p:clrMapOvr>
</p:sld>
</file>

<file path=ppt/slides/slide3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338</a:t>
            </a:r>
          </a:p>
        </p:txBody>
      </p:sp>
      <p:sp>
        <p:nvSpPr>
          <p:cNvPr id="3" name="Content Placeholder 2"/>
          <p:cNvSpPr>
            <a:spLocks noGrp="1"/>
          </p:cNvSpPr>
          <p:nvPr>
            <p:ph idx="1"/>
          </p:nvPr>
        </p:nvSpPr>
        <p:spPr/>
        <p:txBody>
          <a:bodyPr/>
          <a:lstStyle/>
          <a:p>
            <a:r>
              <a:t>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a:t>
            </a:r>
          </a:p>
        </p:txBody>
      </p:sp>
    </p:spTree>
  </p:cSld>
  <p:clrMapOvr>
    <a:masterClrMapping/>
  </p:clrMapOvr>
</p:sld>
</file>

<file path=ppt/slides/slide3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339</a:t>
            </a:r>
          </a:p>
        </p:txBody>
      </p:sp>
      <p:sp>
        <p:nvSpPr>
          <p:cNvPr id="3" name="Content Placeholder 2"/>
          <p:cNvSpPr>
            <a:spLocks noGrp="1"/>
          </p:cNvSpPr>
          <p:nvPr>
            <p:ph idx="1"/>
          </p:nvPr>
        </p:nvSpPr>
        <p:spPr/>
        <p:txBody>
          <a:bodyPr/>
          <a:lstStyle/>
          <a:p>
            <a:r>
              <a:t>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a:t>
            </a:r>
          </a:p>
        </p:txBody>
      </p:sp>
    </p:spTree>
  </p:cSld>
  <p:clrMapOvr>
    <a:masterClrMapping/>
  </p:clrMapOvr>
</p:sld>
</file>

<file path=ppt/slides/slide3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340</a:t>
            </a:r>
          </a:p>
        </p:txBody>
      </p:sp>
      <p:sp>
        <p:nvSpPr>
          <p:cNvPr id="3" name="Content Placeholder 2"/>
          <p:cNvSpPr>
            <a:spLocks noGrp="1"/>
          </p:cNvSpPr>
          <p:nvPr>
            <p:ph idx="1"/>
          </p:nvPr>
        </p:nvSpPr>
        <p:spPr/>
        <p:txBody>
          <a:bodyPr/>
          <a:lstStyle/>
          <a:p>
            <a:r>
              <a:t>.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a:t>
            </a:r>
          </a:p>
        </p:txBody>
      </p:sp>
    </p:spTree>
  </p:cSld>
  <p:clrMapOvr>
    <a:masterClrMapping/>
  </p:clrMapOvr>
</p:sld>
</file>

<file path=ppt/slides/slide3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341</a:t>
            </a:r>
          </a:p>
        </p:txBody>
      </p:sp>
      <p:sp>
        <p:nvSpPr>
          <p:cNvPr id="3" name="Content Placeholder 2"/>
          <p:cNvSpPr>
            <a:spLocks noGrp="1"/>
          </p:cNvSpPr>
          <p:nvPr>
            <p:ph idx="1"/>
          </p:nvPr>
        </p:nvSpPr>
        <p:spPr/>
        <p:txBody>
          <a:bodyPr/>
          <a:lstStyle/>
          <a:p>
            <a:r>
              <a:t>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a:t>
            </a:r>
          </a:p>
        </p:txBody>
      </p:sp>
    </p:spTree>
  </p:cSld>
  <p:clrMapOvr>
    <a:masterClrMapping/>
  </p:clrMapOvr>
</p:sld>
</file>

<file path=ppt/slides/slide3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342</a:t>
            </a:r>
          </a:p>
        </p:txBody>
      </p:sp>
      <p:sp>
        <p:nvSpPr>
          <p:cNvPr id="3" name="Content Placeholder 2"/>
          <p:cNvSpPr>
            <a:spLocks noGrp="1"/>
          </p:cNvSpPr>
          <p:nvPr>
            <p:ph idx="1"/>
          </p:nvPr>
        </p:nvSpPr>
        <p:spPr/>
        <p:txBody>
          <a:bodyPr/>
          <a:lstStyle/>
          <a:p>
            <a:r>
              <a:t>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a:t>
            </a:r>
          </a:p>
        </p:txBody>
      </p:sp>
    </p:spTree>
  </p:cSld>
  <p:clrMapOvr>
    <a:masterClrMapping/>
  </p:clrMapOvr>
</p:sld>
</file>

<file path=ppt/slides/slide3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343</a:t>
            </a:r>
          </a:p>
        </p:txBody>
      </p:sp>
      <p:sp>
        <p:nvSpPr>
          <p:cNvPr id="3" name="Content Placeholder 2"/>
          <p:cNvSpPr>
            <a:spLocks noGrp="1"/>
          </p:cNvSpPr>
          <p:nvPr>
            <p:ph idx="1"/>
          </p:nvPr>
        </p:nvSpPr>
        <p:spPr/>
        <p:txBody>
          <a:bodyPr/>
          <a:lstStyle/>
          <a:p>
            <a:r>
              <a:t>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a:t>
            </a:r>
          </a:p>
        </p:txBody>
      </p:sp>
    </p:spTree>
  </p:cSld>
  <p:clrMapOvr>
    <a:masterClrMapping/>
  </p:clrMapOvr>
</p:sld>
</file>

<file path=ppt/slides/slide3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344</a:t>
            </a:r>
          </a:p>
        </p:txBody>
      </p:sp>
      <p:sp>
        <p:nvSpPr>
          <p:cNvPr id="3" name="Content Placeholder 2"/>
          <p:cNvSpPr>
            <a:spLocks noGrp="1"/>
          </p:cNvSpPr>
          <p:nvPr>
            <p:ph idx="1"/>
          </p:nvPr>
        </p:nvSpPr>
        <p:spPr/>
        <p:txBody>
          <a:bodyPr/>
          <a:lstStyle/>
          <a:p>
            <a:r>
              <a:t>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a:t>
            </a:r>
          </a:p>
        </p:txBody>
      </p:sp>
    </p:spTree>
  </p:cSld>
  <p:clrMapOvr>
    <a:masterClrMapping/>
  </p:clrMapOvr>
</p:sld>
</file>

<file path=ppt/slides/slide3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345</a:t>
            </a:r>
          </a:p>
        </p:txBody>
      </p:sp>
      <p:sp>
        <p:nvSpPr>
          <p:cNvPr id="3" name="Content Placeholder 2"/>
          <p:cNvSpPr>
            <a:spLocks noGrp="1"/>
          </p:cNvSpPr>
          <p:nvPr>
            <p:ph idx="1"/>
          </p:nvPr>
        </p:nvSpPr>
        <p:spPr/>
        <p:txBody>
          <a:bodyPr/>
          <a:lstStyle/>
          <a:p>
            <a:r>
              <a:t>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a:t>
            </a:r>
          </a:p>
        </p:txBody>
      </p:sp>
    </p:spTree>
  </p:cSld>
  <p:clrMapOvr>
    <a:masterClrMapping/>
  </p:clrMapOvr>
</p:sld>
</file>

<file path=ppt/slides/slide3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346</a:t>
            </a:r>
          </a:p>
        </p:txBody>
      </p:sp>
      <p:sp>
        <p:nvSpPr>
          <p:cNvPr id="3" name="Content Placeholder 2"/>
          <p:cNvSpPr>
            <a:spLocks noGrp="1"/>
          </p:cNvSpPr>
          <p:nvPr>
            <p:ph idx="1"/>
          </p:nvPr>
        </p:nvSpPr>
        <p:spPr/>
        <p:txBody>
          <a:bodyPr/>
          <a:lstStyle/>
          <a:p>
            <a:r>
              <a:t>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a:t>
            </a:r>
          </a:p>
        </p:txBody>
      </p:sp>
    </p:spTree>
  </p:cSld>
  <p:clrMapOvr>
    <a:masterClrMapping/>
  </p:clrMapOvr>
</p:sld>
</file>

<file path=ppt/slides/slide3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347</a:t>
            </a:r>
          </a:p>
        </p:txBody>
      </p:sp>
      <p:sp>
        <p:nvSpPr>
          <p:cNvPr id="3" name="Content Placeholder 2"/>
          <p:cNvSpPr>
            <a:spLocks noGrp="1"/>
          </p:cNvSpPr>
          <p:nvPr>
            <p:ph idx="1"/>
          </p:nvPr>
        </p:nvSpPr>
        <p:spPr/>
        <p:txBody>
          <a:bodyPr/>
          <a:lstStyle/>
          <a:p>
            <a:r>
              <a:t>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a:t>
            </a:r>
          </a:p>
        </p:txBody>
      </p:sp>
    </p:spTree>
  </p:cSld>
  <p:clrMapOvr>
    <a:masterClrMapping/>
  </p:clrMapOvr>
</p:sld>
</file>

<file path=ppt/slides/slide3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348</a:t>
            </a:r>
          </a:p>
        </p:txBody>
      </p:sp>
      <p:sp>
        <p:nvSpPr>
          <p:cNvPr id="3" name="Content Placeholder 2"/>
          <p:cNvSpPr>
            <a:spLocks noGrp="1"/>
          </p:cNvSpPr>
          <p:nvPr>
            <p:ph idx="1"/>
          </p:nvPr>
        </p:nvSpPr>
        <p:spPr/>
        <p:txBody>
          <a:bodyPr/>
          <a:lstStyle/>
          <a:p>
            <a:r>
              <a:t>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a:t>
            </a:r>
          </a:p>
        </p:txBody>
      </p:sp>
    </p:spTree>
  </p:cSld>
  <p:clrMapOvr>
    <a:masterClrMapping/>
  </p:clrMapOvr>
</p:sld>
</file>

<file path=ppt/slides/slide3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349</a:t>
            </a:r>
          </a:p>
        </p:txBody>
      </p:sp>
      <p:sp>
        <p:nvSpPr>
          <p:cNvPr id="3" name="Content Placeholder 2"/>
          <p:cNvSpPr>
            <a:spLocks noGrp="1"/>
          </p:cNvSpPr>
          <p:nvPr>
            <p:ph idx="1"/>
          </p:nvPr>
        </p:nvSpPr>
        <p:spPr/>
        <p:txBody>
          <a:bodyPr/>
          <a:lstStyle/>
          <a:p>
            <a:r>
              <a:t>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a:t>
            </a:r>
          </a:p>
        </p:txBody>
      </p:sp>
    </p:spTree>
  </p:cSld>
  <p:clrMapOvr>
    <a:masterClrMapping/>
  </p:clrMapOvr>
</p:sld>
</file>

<file path=ppt/slides/slide3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350</a:t>
            </a:r>
          </a:p>
        </p:txBody>
      </p:sp>
      <p:sp>
        <p:nvSpPr>
          <p:cNvPr id="3" name="Content Placeholder 2"/>
          <p:cNvSpPr>
            <a:spLocks noGrp="1"/>
          </p:cNvSpPr>
          <p:nvPr>
            <p:ph idx="1"/>
          </p:nvPr>
        </p:nvSpPr>
        <p:spPr/>
        <p:txBody>
          <a:bodyPr/>
          <a:lstStyle/>
          <a:p>
            <a:r>
              <a:t>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a:t>
            </a:r>
          </a:p>
        </p:txBody>
      </p:sp>
    </p:spTree>
  </p:cSld>
  <p:clrMapOvr>
    <a:masterClrMapping/>
  </p:clrMapOvr>
</p:sld>
</file>

<file path=ppt/slides/slide3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351</a:t>
            </a:r>
          </a:p>
        </p:txBody>
      </p:sp>
      <p:sp>
        <p:nvSpPr>
          <p:cNvPr id="3" name="Content Placeholder 2"/>
          <p:cNvSpPr>
            <a:spLocks noGrp="1"/>
          </p:cNvSpPr>
          <p:nvPr>
            <p:ph idx="1"/>
          </p:nvPr>
        </p:nvSpPr>
        <p:spPr/>
        <p:txBody>
          <a:bodyPr/>
          <a:lstStyle/>
          <a:p>
            <a:r>
              <a:t>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a:t>
            </a:r>
          </a:p>
        </p:txBody>
      </p:sp>
    </p:spTree>
  </p:cSld>
  <p:clrMapOvr>
    <a:masterClrMapping/>
  </p:clrMapOvr>
</p:sld>
</file>

<file path=ppt/slides/slide3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352</a:t>
            </a:r>
          </a:p>
        </p:txBody>
      </p:sp>
      <p:sp>
        <p:nvSpPr>
          <p:cNvPr id="3" name="Content Placeholder 2"/>
          <p:cNvSpPr>
            <a:spLocks noGrp="1"/>
          </p:cNvSpPr>
          <p:nvPr>
            <p:ph idx="1"/>
          </p:nvPr>
        </p:nvSpPr>
        <p:spPr/>
        <p:txBody>
          <a:bodyPr/>
          <a:lstStyle/>
          <a:p>
            <a:r>
              <a:t>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a:t>
            </a:r>
          </a:p>
        </p:txBody>
      </p:sp>
    </p:spTree>
  </p:cSld>
  <p:clrMapOvr>
    <a:masterClrMapping/>
  </p:clrMapOvr>
</p:sld>
</file>

<file path=ppt/slides/slide3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353</a:t>
            </a:r>
          </a:p>
        </p:txBody>
      </p:sp>
      <p:sp>
        <p:nvSpPr>
          <p:cNvPr id="3" name="Content Placeholder 2"/>
          <p:cNvSpPr>
            <a:spLocks noGrp="1"/>
          </p:cNvSpPr>
          <p:nvPr>
            <p:ph idx="1"/>
          </p:nvPr>
        </p:nvSpPr>
        <p:spPr/>
        <p:txBody>
          <a:bodyPr/>
          <a:lstStyle/>
          <a:p>
            <a:r>
              <a:t>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a:t>
            </a:r>
          </a:p>
        </p:txBody>
      </p:sp>
    </p:spTree>
  </p:cSld>
  <p:clrMapOvr>
    <a:masterClrMapping/>
  </p:clrMapOvr>
</p:sld>
</file>

<file path=ppt/slides/slide3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354</a:t>
            </a:r>
          </a:p>
        </p:txBody>
      </p:sp>
      <p:sp>
        <p:nvSpPr>
          <p:cNvPr id="3" name="Content Placeholder 2"/>
          <p:cNvSpPr>
            <a:spLocks noGrp="1"/>
          </p:cNvSpPr>
          <p:nvPr>
            <p:ph idx="1"/>
          </p:nvPr>
        </p:nvSpPr>
        <p:spPr/>
        <p:txBody>
          <a:bodyPr/>
          <a:lstStyle/>
          <a:p>
            <a:r>
              <a:t>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a:t>
            </a:r>
          </a:p>
        </p:txBody>
      </p:sp>
    </p:spTree>
  </p:cSld>
  <p:clrMapOvr>
    <a:masterClrMapping/>
  </p:clrMapOvr>
</p:sld>
</file>

<file path=ppt/slides/slide3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355</a:t>
            </a:r>
          </a:p>
        </p:txBody>
      </p:sp>
      <p:sp>
        <p:nvSpPr>
          <p:cNvPr id="3" name="Content Placeholder 2"/>
          <p:cNvSpPr>
            <a:spLocks noGrp="1"/>
          </p:cNvSpPr>
          <p:nvPr>
            <p:ph idx="1"/>
          </p:nvPr>
        </p:nvSpPr>
        <p:spPr/>
        <p:txBody>
          <a:bodyPr/>
          <a:lstStyle/>
          <a:p>
            <a:r>
              <a:t>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a:t>
            </a:r>
          </a:p>
        </p:txBody>
      </p:sp>
    </p:spTree>
  </p:cSld>
  <p:clrMapOvr>
    <a:masterClrMapping/>
  </p:clrMapOvr>
</p:sld>
</file>

<file path=ppt/slides/slide3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356</a:t>
            </a:r>
          </a:p>
        </p:txBody>
      </p:sp>
      <p:sp>
        <p:nvSpPr>
          <p:cNvPr id="3" name="Content Placeholder 2"/>
          <p:cNvSpPr>
            <a:spLocks noGrp="1"/>
          </p:cNvSpPr>
          <p:nvPr>
            <p:ph idx="1"/>
          </p:nvPr>
        </p:nvSpPr>
        <p:spPr/>
        <p:txBody>
          <a:bodyPr/>
          <a:lstStyle/>
          <a:p>
            <a:r>
              <a:t>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a:t>
            </a:r>
          </a:p>
        </p:txBody>
      </p:sp>
    </p:spTree>
  </p:cSld>
  <p:clrMapOvr>
    <a:masterClrMapping/>
  </p:clrMapOvr>
</p:sld>
</file>

<file path=ppt/slides/slide3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357</a:t>
            </a:r>
          </a:p>
        </p:txBody>
      </p:sp>
      <p:sp>
        <p:nvSpPr>
          <p:cNvPr id="3" name="Content Placeholder 2"/>
          <p:cNvSpPr>
            <a:spLocks noGrp="1"/>
          </p:cNvSpPr>
          <p:nvPr>
            <p:ph idx="1"/>
          </p:nvPr>
        </p:nvSpPr>
        <p:spPr/>
        <p:txBody>
          <a:bodyPr/>
          <a:lstStyle/>
          <a:p>
            <a:r>
              <a:t>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a:t>
            </a:r>
          </a:p>
        </p:txBody>
      </p:sp>
    </p:spTree>
  </p:cSld>
  <p:clrMapOvr>
    <a:masterClrMapping/>
  </p:clrMapOvr>
</p:sld>
</file>

<file path=ppt/slides/slide3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358</a:t>
            </a:r>
          </a:p>
        </p:txBody>
      </p:sp>
      <p:sp>
        <p:nvSpPr>
          <p:cNvPr id="3" name="Content Placeholder 2"/>
          <p:cNvSpPr>
            <a:spLocks noGrp="1"/>
          </p:cNvSpPr>
          <p:nvPr>
            <p:ph idx="1"/>
          </p:nvPr>
        </p:nvSpPr>
        <p:spPr/>
        <p:txBody>
          <a:bodyPr/>
          <a:lstStyle/>
          <a:p>
            <a:r>
              <a:t>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a:t>
            </a:r>
          </a:p>
        </p:txBody>
      </p:sp>
    </p:spTree>
  </p:cSld>
  <p:clrMapOvr>
    <a:masterClrMapping/>
  </p:clrMapOvr>
</p:sld>
</file>

<file path=ppt/slides/slide3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359</a:t>
            </a:r>
          </a:p>
        </p:txBody>
      </p:sp>
      <p:sp>
        <p:nvSpPr>
          <p:cNvPr id="3" name="Content Placeholder 2"/>
          <p:cNvSpPr>
            <a:spLocks noGrp="1"/>
          </p:cNvSpPr>
          <p:nvPr>
            <p:ph idx="1"/>
          </p:nvPr>
        </p:nvSpPr>
        <p:spPr/>
        <p:txBody>
          <a:bodyPr/>
          <a:lstStyle/>
          <a:p>
            <a:r>
              <a:t>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a:t>
            </a:r>
          </a:p>
        </p:txBody>
      </p:sp>
    </p:spTree>
  </p:cSld>
  <p:clrMapOvr>
    <a:masterClrMapping/>
  </p:clrMapOvr>
</p:sld>
</file>

<file path=ppt/slides/slide3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360</a:t>
            </a:r>
          </a:p>
        </p:txBody>
      </p:sp>
      <p:sp>
        <p:nvSpPr>
          <p:cNvPr id="3" name="Content Placeholder 2"/>
          <p:cNvSpPr>
            <a:spLocks noGrp="1"/>
          </p:cNvSpPr>
          <p:nvPr>
            <p:ph idx="1"/>
          </p:nvPr>
        </p:nvSpPr>
        <p:spPr/>
        <p:txBody>
          <a:bodyPr/>
          <a:lstStyle/>
          <a:p>
            <a:r>
              <a:t>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a:t>
            </a:r>
          </a:p>
        </p:txBody>
      </p:sp>
    </p:spTree>
  </p:cSld>
  <p:clrMapOvr>
    <a:masterClrMapping/>
  </p:clrMapOvr>
</p:sld>
</file>

<file path=ppt/slides/slide3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361</a:t>
            </a:r>
          </a:p>
        </p:txBody>
      </p:sp>
      <p:sp>
        <p:nvSpPr>
          <p:cNvPr id="3" name="Content Placeholder 2"/>
          <p:cNvSpPr>
            <a:spLocks noGrp="1"/>
          </p:cNvSpPr>
          <p:nvPr>
            <p:ph idx="1"/>
          </p:nvPr>
        </p:nvSpPr>
        <p:spPr/>
        <p:txBody>
          <a:bodyPr/>
          <a:lstStyle/>
          <a:p>
            <a:r>
              <a:t>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a:t>
            </a:r>
          </a:p>
        </p:txBody>
      </p:sp>
    </p:spTree>
  </p:cSld>
  <p:clrMapOvr>
    <a:masterClrMapping/>
  </p:clrMapOvr>
</p:sld>
</file>

<file path=ppt/slides/slide3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362</a:t>
            </a:r>
          </a:p>
        </p:txBody>
      </p:sp>
      <p:sp>
        <p:nvSpPr>
          <p:cNvPr id="3" name="Content Placeholder 2"/>
          <p:cNvSpPr>
            <a:spLocks noGrp="1"/>
          </p:cNvSpPr>
          <p:nvPr>
            <p:ph idx="1"/>
          </p:nvPr>
        </p:nvSpPr>
        <p:spPr/>
        <p:txBody>
          <a:bodyPr/>
          <a:lstStyle/>
          <a:p>
            <a:r>
              <a:t>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a:t>
            </a:r>
          </a:p>
        </p:txBody>
      </p:sp>
    </p:spTree>
  </p:cSld>
  <p:clrMapOvr>
    <a:masterClrMapping/>
  </p:clrMapOvr>
</p:sld>
</file>

<file path=ppt/slides/slide3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363</a:t>
            </a:r>
          </a:p>
        </p:txBody>
      </p:sp>
      <p:sp>
        <p:nvSpPr>
          <p:cNvPr id="3" name="Content Placeholder 2"/>
          <p:cNvSpPr>
            <a:spLocks noGrp="1"/>
          </p:cNvSpPr>
          <p:nvPr>
            <p:ph idx="1"/>
          </p:nvPr>
        </p:nvSpPr>
        <p:spPr/>
        <p:txBody>
          <a:bodyPr/>
          <a:lstStyle/>
          <a:p>
            <a:r>
              <a:t>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a:t>
            </a:r>
          </a:p>
        </p:txBody>
      </p:sp>
    </p:spTree>
  </p:cSld>
  <p:clrMapOvr>
    <a:masterClrMapping/>
  </p:clrMapOvr>
</p:sld>
</file>

<file path=ppt/slides/slide3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364</a:t>
            </a:r>
          </a:p>
        </p:txBody>
      </p:sp>
      <p:sp>
        <p:nvSpPr>
          <p:cNvPr id="3" name="Content Placeholder 2"/>
          <p:cNvSpPr>
            <a:spLocks noGrp="1"/>
          </p:cNvSpPr>
          <p:nvPr>
            <p:ph idx="1"/>
          </p:nvPr>
        </p:nvSpPr>
        <p:spPr/>
        <p:txBody>
          <a:bodyPr/>
          <a:lstStyle/>
          <a:p>
            <a:r>
              <a:t>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a:t>
            </a:r>
          </a:p>
        </p:txBody>
      </p:sp>
    </p:spTree>
  </p:cSld>
  <p:clrMapOvr>
    <a:masterClrMapping/>
  </p:clrMapOvr>
</p:sld>
</file>

<file path=ppt/slides/slide3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365</a:t>
            </a:r>
          </a:p>
        </p:txBody>
      </p:sp>
      <p:sp>
        <p:nvSpPr>
          <p:cNvPr id="3" name="Content Placeholder 2"/>
          <p:cNvSpPr>
            <a:spLocks noGrp="1"/>
          </p:cNvSpPr>
          <p:nvPr>
            <p:ph idx="1"/>
          </p:nvPr>
        </p:nvSpPr>
        <p:spPr/>
        <p:txBody>
          <a:bodyPr/>
          <a:lstStyle/>
          <a:p>
            <a:r>
              <a:t>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a:t>
            </a:r>
          </a:p>
        </p:txBody>
      </p:sp>
    </p:spTree>
  </p:cSld>
  <p:clrMapOvr>
    <a:masterClrMapping/>
  </p:clrMapOvr>
</p:sld>
</file>

<file path=ppt/slides/slide3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366</a:t>
            </a:r>
          </a:p>
        </p:txBody>
      </p:sp>
      <p:sp>
        <p:nvSpPr>
          <p:cNvPr id="3" name="Content Placeholder 2"/>
          <p:cNvSpPr>
            <a:spLocks noGrp="1"/>
          </p:cNvSpPr>
          <p:nvPr>
            <p:ph idx="1"/>
          </p:nvPr>
        </p:nvSpPr>
        <p:spPr/>
        <p:txBody>
          <a:bodyPr/>
          <a:lstStyle/>
          <a:p>
            <a:r>
              <a:t>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a:t>
            </a:r>
          </a:p>
        </p:txBody>
      </p:sp>
    </p:spTree>
  </p:cSld>
  <p:clrMapOvr>
    <a:masterClrMapping/>
  </p:clrMapOvr>
</p:sld>
</file>

<file path=ppt/slides/slide3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367</a:t>
            </a:r>
          </a:p>
        </p:txBody>
      </p:sp>
      <p:sp>
        <p:nvSpPr>
          <p:cNvPr id="3" name="Content Placeholder 2"/>
          <p:cNvSpPr>
            <a:spLocks noGrp="1"/>
          </p:cNvSpPr>
          <p:nvPr>
            <p:ph idx="1"/>
          </p:nvPr>
        </p:nvSpPr>
        <p:spPr/>
        <p:txBody>
          <a:bodyPr/>
          <a:lstStyle/>
          <a:p>
            <a:r>
              <a:t>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a:t>
            </a:r>
          </a:p>
        </p:txBody>
      </p:sp>
    </p:spTree>
  </p:cSld>
  <p:clrMapOvr>
    <a:masterClrMapping/>
  </p:clrMapOvr>
</p:sld>
</file>

<file path=ppt/slides/slide3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368</a:t>
            </a:r>
          </a:p>
        </p:txBody>
      </p:sp>
      <p:sp>
        <p:nvSpPr>
          <p:cNvPr id="3" name="Content Placeholder 2"/>
          <p:cNvSpPr>
            <a:spLocks noGrp="1"/>
          </p:cNvSpPr>
          <p:nvPr>
            <p:ph idx="1"/>
          </p:nvPr>
        </p:nvSpPr>
        <p:spPr/>
        <p:txBody>
          <a:bodyPr/>
          <a:lstStyle/>
          <a:p>
            <a:r>
              <a:t>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a:t>
            </a:r>
          </a:p>
        </p:txBody>
      </p:sp>
    </p:spTree>
  </p:cSld>
  <p:clrMapOvr>
    <a:masterClrMapping/>
  </p:clrMapOvr>
</p:sld>
</file>

<file path=ppt/slides/slide3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369</a:t>
            </a:r>
          </a:p>
        </p:txBody>
      </p:sp>
      <p:sp>
        <p:nvSpPr>
          <p:cNvPr id="3" name="Content Placeholder 2"/>
          <p:cNvSpPr>
            <a:spLocks noGrp="1"/>
          </p:cNvSpPr>
          <p:nvPr>
            <p:ph idx="1"/>
          </p:nvPr>
        </p:nvSpPr>
        <p:spPr/>
        <p:txBody>
          <a:bodyPr/>
          <a:lstStyle/>
          <a:p>
            <a:r>
              <a:t>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a:t>
            </a:r>
          </a:p>
        </p:txBody>
      </p:sp>
    </p:spTree>
  </p:cSld>
  <p:clrMapOvr>
    <a:masterClrMapping/>
  </p:clrMapOvr>
</p:sld>
</file>

<file path=ppt/slides/slide3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370</a:t>
            </a:r>
          </a:p>
        </p:txBody>
      </p:sp>
      <p:sp>
        <p:nvSpPr>
          <p:cNvPr id="3" name="Content Placeholder 2"/>
          <p:cNvSpPr>
            <a:spLocks noGrp="1"/>
          </p:cNvSpPr>
          <p:nvPr>
            <p:ph idx="1"/>
          </p:nvPr>
        </p:nvSpPr>
        <p:spPr/>
        <p:txBody>
          <a:bodyPr/>
          <a:lstStyle/>
          <a:p>
            <a:r>
              <a:t>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a:t>
            </a:r>
          </a:p>
        </p:txBody>
      </p:sp>
    </p:spTree>
  </p:cSld>
  <p:clrMapOvr>
    <a:masterClrMapping/>
  </p:clrMapOvr>
</p:sld>
</file>

<file path=ppt/slides/slide3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371</a:t>
            </a:r>
          </a:p>
        </p:txBody>
      </p:sp>
      <p:sp>
        <p:nvSpPr>
          <p:cNvPr id="3" name="Content Placeholder 2"/>
          <p:cNvSpPr>
            <a:spLocks noGrp="1"/>
          </p:cNvSpPr>
          <p:nvPr>
            <p:ph idx="1"/>
          </p:nvPr>
        </p:nvSpPr>
        <p:spPr/>
        <p:txBody>
          <a:bodyPr/>
          <a:lstStyle/>
          <a:p>
            <a:r>
              <a:t>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a:t>
            </a:r>
          </a:p>
        </p:txBody>
      </p:sp>
    </p:spTree>
  </p:cSld>
  <p:clrMapOvr>
    <a:masterClrMapping/>
  </p:clrMapOvr>
</p:sld>
</file>

<file path=ppt/slides/slide3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372</a:t>
            </a:r>
          </a:p>
        </p:txBody>
      </p:sp>
      <p:sp>
        <p:nvSpPr>
          <p:cNvPr id="3" name="Content Placeholder 2"/>
          <p:cNvSpPr>
            <a:spLocks noGrp="1"/>
          </p:cNvSpPr>
          <p:nvPr>
            <p:ph idx="1"/>
          </p:nvPr>
        </p:nvSpPr>
        <p:spPr/>
        <p:txBody>
          <a:bodyPr/>
          <a:lstStyle/>
          <a:p>
            <a:r>
              <a:t>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a:t>
            </a:r>
          </a:p>
        </p:txBody>
      </p:sp>
    </p:spTree>
  </p:cSld>
  <p:clrMapOvr>
    <a:masterClrMapping/>
  </p:clrMapOvr>
</p:sld>
</file>

<file path=ppt/slides/slide3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373</a:t>
            </a:r>
          </a:p>
        </p:txBody>
      </p:sp>
      <p:sp>
        <p:nvSpPr>
          <p:cNvPr id="3" name="Content Placeholder 2"/>
          <p:cNvSpPr>
            <a:spLocks noGrp="1"/>
          </p:cNvSpPr>
          <p:nvPr>
            <p:ph idx="1"/>
          </p:nvPr>
        </p:nvSpPr>
        <p:spPr/>
        <p:txBody>
          <a:bodyPr/>
          <a:lstStyle/>
          <a:p>
            <a:r>
              <a:t>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a:t>
            </a:r>
          </a:p>
        </p:txBody>
      </p:sp>
    </p:spTree>
  </p:cSld>
  <p:clrMapOvr>
    <a:masterClrMapping/>
  </p:clrMapOvr>
</p:sld>
</file>

<file path=ppt/slides/slide3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374</a:t>
            </a:r>
          </a:p>
        </p:txBody>
      </p:sp>
      <p:sp>
        <p:nvSpPr>
          <p:cNvPr id="3" name="Content Placeholder 2"/>
          <p:cNvSpPr>
            <a:spLocks noGrp="1"/>
          </p:cNvSpPr>
          <p:nvPr>
            <p:ph idx="1"/>
          </p:nvPr>
        </p:nvSpPr>
        <p:spPr/>
        <p:txBody>
          <a:bodyPr/>
          <a:lstStyle/>
          <a:p>
            <a:r>
              <a:t>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a:t>
            </a:r>
          </a:p>
        </p:txBody>
      </p:sp>
    </p:spTree>
  </p:cSld>
  <p:clrMapOvr>
    <a:masterClrMapping/>
  </p:clrMapOvr>
</p:sld>
</file>

<file path=ppt/slides/slide3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375</a:t>
            </a:r>
          </a:p>
        </p:txBody>
      </p:sp>
      <p:sp>
        <p:nvSpPr>
          <p:cNvPr id="3" name="Content Placeholder 2"/>
          <p:cNvSpPr>
            <a:spLocks noGrp="1"/>
          </p:cNvSpPr>
          <p:nvPr>
            <p:ph idx="1"/>
          </p:nvPr>
        </p:nvSpPr>
        <p:spPr/>
        <p:txBody>
          <a:bodyPr/>
          <a:lstStyle/>
          <a:p>
            <a:r>
              <a:t>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a:t>
            </a:r>
          </a:p>
        </p:txBody>
      </p:sp>
    </p:spTree>
  </p:cSld>
  <p:clrMapOvr>
    <a:masterClrMapping/>
  </p:clrMapOvr>
</p:sld>
</file>

<file path=ppt/slides/slide3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376</a:t>
            </a:r>
          </a:p>
        </p:txBody>
      </p:sp>
      <p:sp>
        <p:nvSpPr>
          <p:cNvPr id="3" name="Content Placeholder 2"/>
          <p:cNvSpPr>
            <a:spLocks noGrp="1"/>
          </p:cNvSpPr>
          <p:nvPr>
            <p:ph idx="1"/>
          </p:nvPr>
        </p:nvSpPr>
        <p:spPr/>
        <p:txBody>
          <a:bodyPr/>
          <a:lstStyle/>
          <a:p>
            <a:r>
              <a:t>.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a:t>
            </a:r>
          </a:p>
        </p:txBody>
      </p:sp>
    </p:spTree>
  </p:cSld>
  <p:clrMapOvr>
    <a:masterClrMapping/>
  </p:clrMapOvr>
</p:sld>
</file>

<file path=ppt/slides/slide3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377</a:t>
            </a:r>
          </a:p>
        </p:txBody>
      </p:sp>
      <p:sp>
        <p:nvSpPr>
          <p:cNvPr id="3" name="Content Placeholder 2"/>
          <p:cNvSpPr>
            <a:spLocks noGrp="1"/>
          </p:cNvSpPr>
          <p:nvPr>
            <p:ph idx="1"/>
          </p:nvPr>
        </p:nvSpPr>
        <p:spPr/>
        <p:txBody>
          <a:bodyPr/>
          <a:lstStyle/>
          <a:p>
            <a:r>
              <a:t>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a:t>
            </a:r>
          </a:p>
        </p:txBody>
      </p:sp>
    </p:spTree>
  </p:cSld>
  <p:clrMapOvr>
    <a:masterClrMapping/>
  </p:clrMapOvr>
</p:sld>
</file>

<file path=ppt/slides/slide3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378</a:t>
            </a:r>
          </a:p>
        </p:txBody>
      </p:sp>
      <p:sp>
        <p:nvSpPr>
          <p:cNvPr id="3" name="Content Placeholder 2"/>
          <p:cNvSpPr>
            <a:spLocks noGrp="1"/>
          </p:cNvSpPr>
          <p:nvPr>
            <p:ph idx="1"/>
          </p:nvPr>
        </p:nvSpPr>
        <p:spPr/>
        <p:txBody>
          <a:bodyPr/>
          <a:lstStyle/>
          <a:p>
            <a:r>
              <a:t>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a:t>
            </a:r>
          </a:p>
        </p:txBody>
      </p:sp>
    </p:spTree>
  </p:cSld>
  <p:clrMapOvr>
    <a:masterClrMapping/>
  </p:clrMapOvr>
</p:sld>
</file>

<file path=ppt/slides/slide3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379</a:t>
            </a:r>
          </a:p>
        </p:txBody>
      </p:sp>
      <p:sp>
        <p:nvSpPr>
          <p:cNvPr id="3" name="Content Placeholder 2"/>
          <p:cNvSpPr>
            <a:spLocks noGrp="1"/>
          </p:cNvSpPr>
          <p:nvPr>
            <p:ph idx="1"/>
          </p:nvPr>
        </p:nvSpPr>
        <p:spPr/>
        <p:txBody>
          <a:bodyPr/>
          <a:lstStyle/>
          <a:p>
            <a:r>
              <a:t>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a:t>
            </a:r>
          </a:p>
        </p:txBody>
      </p:sp>
    </p:spTree>
  </p:cSld>
  <p:clrMapOvr>
    <a:masterClrMapping/>
  </p:clrMapOvr>
</p:sld>
</file>

<file path=ppt/slides/slide3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380</a:t>
            </a:r>
          </a:p>
        </p:txBody>
      </p:sp>
      <p:sp>
        <p:nvSpPr>
          <p:cNvPr id="3" name="Content Placeholder 2"/>
          <p:cNvSpPr>
            <a:spLocks noGrp="1"/>
          </p:cNvSpPr>
          <p:nvPr>
            <p:ph idx="1"/>
          </p:nvPr>
        </p:nvSpPr>
        <p:spPr/>
        <p:txBody>
          <a:bodyPr/>
          <a:lstStyle/>
          <a:p>
            <a:r>
              <a:t>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a:t>
            </a:r>
          </a:p>
        </p:txBody>
      </p:sp>
    </p:spTree>
  </p:cSld>
  <p:clrMapOvr>
    <a:masterClrMapping/>
  </p:clrMapOvr>
</p:sld>
</file>

<file path=ppt/slides/slide3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381</a:t>
            </a:r>
          </a:p>
        </p:txBody>
      </p:sp>
      <p:sp>
        <p:nvSpPr>
          <p:cNvPr id="3" name="Content Placeholder 2"/>
          <p:cNvSpPr>
            <a:spLocks noGrp="1"/>
          </p:cNvSpPr>
          <p:nvPr>
            <p:ph idx="1"/>
          </p:nvPr>
        </p:nvSpPr>
        <p:spPr/>
        <p:txBody>
          <a:bodyPr/>
          <a:lstStyle/>
          <a:p>
            <a:r>
              <a:t>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a:t>
            </a:r>
          </a:p>
        </p:txBody>
      </p:sp>
    </p:spTree>
  </p:cSld>
  <p:clrMapOvr>
    <a:masterClrMapping/>
  </p:clrMapOvr>
</p:sld>
</file>

<file path=ppt/slides/slide3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382</a:t>
            </a:r>
          </a:p>
        </p:txBody>
      </p:sp>
      <p:sp>
        <p:nvSpPr>
          <p:cNvPr id="3" name="Content Placeholder 2"/>
          <p:cNvSpPr>
            <a:spLocks noGrp="1"/>
          </p:cNvSpPr>
          <p:nvPr>
            <p:ph idx="1"/>
          </p:nvPr>
        </p:nvSpPr>
        <p:spPr/>
        <p:txBody>
          <a:bodyPr/>
          <a:lstStyle/>
          <a:p>
            <a:r>
              <a:t>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a:t>
            </a:r>
          </a:p>
        </p:txBody>
      </p:sp>
    </p:spTree>
  </p:cSld>
  <p:clrMapOvr>
    <a:masterClrMapping/>
  </p:clrMapOvr>
</p:sld>
</file>

<file path=ppt/slides/slide3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383</a:t>
            </a:r>
          </a:p>
        </p:txBody>
      </p:sp>
      <p:sp>
        <p:nvSpPr>
          <p:cNvPr id="3" name="Content Placeholder 2"/>
          <p:cNvSpPr>
            <a:spLocks noGrp="1"/>
          </p:cNvSpPr>
          <p:nvPr>
            <p:ph idx="1"/>
          </p:nvPr>
        </p:nvSpPr>
        <p:spPr/>
        <p:txBody>
          <a:bodyPr/>
          <a:lstStyle/>
          <a:p>
            <a:r>
              <a:t>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a:t>
            </a:r>
          </a:p>
        </p:txBody>
      </p:sp>
    </p:spTree>
  </p:cSld>
  <p:clrMapOvr>
    <a:masterClrMapping/>
  </p:clrMapOvr>
</p:sld>
</file>

<file path=ppt/slides/slide3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384</a:t>
            </a:r>
          </a:p>
        </p:txBody>
      </p:sp>
      <p:sp>
        <p:nvSpPr>
          <p:cNvPr id="3" name="Content Placeholder 2"/>
          <p:cNvSpPr>
            <a:spLocks noGrp="1"/>
          </p:cNvSpPr>
          <p:nvPr>
            <p:ph idx="1"/>
          </p:nvPr>
        </p:nvSpPr>
        <p:spPr/>
        <p:txBody>
          <a:bodyPr/>
          <a:lstStyle/>
          <a:p>
            <a:r>
              <a:t>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a:t>
            </a:r>
          </a:p>
        </p:txBody>
      </p:sp>
    </p:spTree>
  </p:cSld>
  <p:clrMapOvr>
    <a:masterClrMapping/>
  </p:clrMapOvr>
</p:sld>
</file>

<file path=ppt/slides/slide3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385</a:t>
            </a:r>
          </a:p>
        </p:txBody>
      </p:sp>
      <p:sp>
        <p:nvSpPr>
          <p:cNvPr id="3" name="Content Placeholder 2"/>
          <p:cNvSpPr>
            <a:spLocks noGrp="1"/>
          </p:cNvSpPr>
          <p:nvPr>
            <p:ph idx="1"/>
          </p:nvPr>
        </p:nvSpPr>
        <p:spPr/>
        <p:txBody>
          <a:bodyPr/>
          <a:lstStyle/>
          <a:p>
            <a:r>
              <a:t>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a:t>
            </a:r>
          </a:p>
        </p:txBody>
      </p:sp>
    </p:spTree>
  </p:cSld>
  <p:clrMapOvr>
    <a:masterClrMapping/>
  </p:clrMapOvr>
</p:sld>
</file>

<file path=ppt/slides/slide3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386</a:t>
            </a:r>
          </a:p>
        </p:txBody>
      </p:sp>
      <p:sp>
        <p:nvSpPr>
          <p:cNvPr id="3" name="Content Placeholder 2"/>
          <p:cNvSpPr>
            <a:spLocks noGrp="1"/>
          </p:cNvSpPr>
          <p:nvPr>
            <p:ph idx="1"/>
          </p:nvPr>
        </p:nvSpPr>
        <p:spPr/>
        <p:txBody>
          <a:bodyPr/>
          <a:lstStyle/>
          <a:p>
            <a:r>
              <a:t>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a:t>
            </a:r>
          </a:p>
        </p:txBody>
      </p:sp>
    </p:spTree>
  </p:cSld>
  <p:clrMapOvr>
    <a:masterClrMapping/>
  </p:clrMapOvr>
</p:sld>
</file>

<file path=ppt/slides/slide3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387</a:t>
            </a:r>
          </a:p>
        </p:txBody>
      </p:sp>
      <p:sp>
        <p:nvSpPr>
          <p:cNvPr id="3" name="Content Placeholder 2"/>
          <p:cNvSpPr>
            <a:spLocks noGrp="1"/>
          </p:cNvSpPr>
          <p:nvPr>
            <p:ph idx="1"/>
          </p:nvPr>
        </p:nvSpPr>
        <p:spPr/>
        <p:txBody>
          <a:bodyPr/>
          <a:lstStyle/>
          <a:p>
            <a:r>
              <a:t>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a:t>
            </a:r>
          </a:p>
        </p:txBody>
      </p:sp>
    </p:spTree>
  </p:cSld>
  <p:clrMapOvr>
    <a:masterClrMapping/>
  </p:clrMapOvr>
</p:sld>
</file>

<file path=ppt/slides/slide3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388</a:t>
            </a:r>
          </a:p>
        </p:txBody>
      </p:sp>
      <p:sp>
        <p:nvSpPr>
          <p:cNvPr id="3" name="Content Placeholder 2"/>
          <p:cNvSpPr>
            <a:spLocks noGrp="1"/>
          </p:cNvSpPr>
          <p:nvPr>
            <p:ph idx="1"/>
          </p:nvPr>
        </p:nvSpPr>
        <p:spPr/>
        <p:txBody>
          <a:bodyPr/>
          <a:lstStyle/>
          <a:p>
            <a:r>
              <a:t>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a:t>
            </a:r>
          </a:p>
        </p:txBody>
      </p:sp>
    </p:spTree>
  </p:cSld>
  <p:clrMapOvr>
    <a:masterClrMapping/>
  </p:clrMapOvr>
</p:sld>
</file>

<file path=ppt/slides/slide3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389</a:t>
            </a:r>
          </a:p>
        </p:txBody>
      </p:sp>
      <p:sp>
        <p:nvSpPr>
          <p:cNvPr id="3" name="Content Placeholder 2"/>
          <p:cNvSpPr>
            <a:spLocks noGrp="1"/>
          </p:cNvSpPr>
          <p:nvPr>
            <p:ph idx="1"/>
          </p:nvPr>
        </p:nvSpPr>
        <p:spPr/>
        <p:txBody>
          <a:bodyPr/>
          <a:lstStyle/>
          <a:p>
            <a:r>
              <a:t>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a:t>
            </a:r>
          </a:p>
        </p:txBody>
      </p:sp>
    </p:spTree>
  </p:cSld>
  <p:clrMapOvr>
    <a:masterClrMapping/>
  </p:clrMapOvr>
</p:sld>
</file>

<file path=ppt/slides/slide3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390</a:t>
            </a:r>
          </a:p>
        </p:txBody>
      </p:sp>
      <p:sp>
        <p:nvSpPr>
          <p:cNvPr id="3" name="Content Placeholder 2"/>
          <p:cNvSpPr>
            <a:spLocks noGrp="1"/>
          </p:cNvSpPr>
          <p:nvPr>
            <p:ph idx="1"/>
          </p:nvPr>
        </p:nvSpPr>
        <p:spPr/>
        <p:txBody>
          <a:bodyPr/>
          <a:lstStyle/>
          <a:p>
            <a:r>
              <a:t>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a:t>
            </a:r>
          </a:p>
        </p:txBody>
      </p:sp>
    </p:spTree>
  </p:cSld>
  <p:clrMapOvr>
    <a:masterClrMapping/>
  </p:clrMapOvr>
</p:sld>
</file>

<file path=ppt/slides/slide3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391</a:t>
            </a:r>
          </a:p>
        </p:txBody>
      </p:sp>
      <p:sp>
        <p:nvSpPr>
          <p:cNvPr id="3" name="Content Placeholder 2"/>
          <p:cNvSpPr>
            <a:spLocks noGrp="1"/>
          </p:cNvSpPr>
          <p:nvPr>
            <p:ph idx="1"/>
          </p:nvPr>
        </p:nvSpPr>
        <p:spPr/>
        <p:txBody>
          <a:bodyPr/>
          <a:lstStyle/>
          <a:p>
            <a:r>
              <a:t>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a:t>
            </a:r>
          </a:p>
        </p:txBody>
      </p:sp>
    </p:spTree>
  </p:cSld>
  <p:clrMapOvr>
    <a:masterClrMapping/>
  </p:clrMapOvr>
</p:sld>
</file>

<file path=ppt/slides/slide3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392</a:t>
            </a:r>
          </a:p>
        </p:txBody>
      </p:sp>
      <p:sp>
        <p:nvSpPr>
          <p:cNvPr id="3" name="Content Placeholder 2"/>
          <p:cNvSpPr>
            <a:spLocks noGrp="1"/>
          </p:cNvSpPr>
          <p:nvPr>
            <p:ph idx="1"/>
          </p:nvPr>
        </p:nvSpPr>
        <p:spPr/>
        <p:txBody>
          <a:bodyPr/>
          <a:lstStyle/>
          <a:p>
            <a:r>
              <a:t>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a:t>
            </a:r>
          </a:p>
        </p:txBody>
      </p:sp>
    </p:spTree>
  </p:cSld>
  <p:clrMapOvr>
    <a:masterClrMapping/>
  </p:clrMapOvr>
</p:sld>
</file>

<file path=ppt/slides/slide3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393</a:t>
            </a:r>
          </a:p>
        </p:txBody>
      </p:sp>
      <p:sp>
        <p:nvSpPr>
          <p:cNvPr id="3" name="Content Placeholder 2"/>
          <p:cNvSpPr>
            <a:spLocks noGrp="1"/>
          </p:cNvSpPr>
          <p:nvPr>
            <p:ph idx="1"/>
          </p:nvPr>
        </p:nvSpPr>
        <p:spPr/>
        <p:txBody>
          <a:bodyPr/>
          <a:lstStyle/>
          <a:p>
            <a:r>
              <a:t>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a:t>
            </a:r>
          </a:p>
        </p:txBody>
      </p:sp>
    </p:spTree>
  </p:cSld>
  <p:clrMapOvr>
    <a:masterClrMapping/>
  </p:clrMapOvr>
</p:sld>
</file>

<file path=ppt/slides/slide3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394</a:t>
            </a:r>
          </a:p>
        </p:txBody>
      </p:sp>
      <p:sp>
        <p:nvSpPr>
          <p:cNvPr id="3" name="Content Placeholder 2"/>
          <p:cNvSpPr>
            <a:spLocks noGrp="1"/>
          </p:cNvSpPr>
          <p:nvPr>
            <p:ph idx="1"/>
          </p:nvPr>
        </p:nvSpPr>
        <p:spPr/>
        <p:txBody>
          <a:bodyPr/>
          <a:lstStyle/>
          <a:p>
            <a:r>
              <a:t>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a:t>
            </a:r>
          </a:p>
        </p:txBody>
      </p:sp>
    </p:spTree>
  </p:cSld>
  <p:clrMapOvr>
    <a:masterClrMapping/>
  </p:clrMapOvr>
</p:sld>
</file>

<file path=ppt/slides/slide3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395</a:t>
            </a:r>
          </a:p>
        </p:txBody>
      </p:sp>
      <p:sp>
        <p:nvSpPr>
          <p:cNvPr id="3" name="Content Placeholder 2"/>
          <p:cNvSpPr>
            <a:spLocks noGrp="1"/>
          </p:cNvSpPr>
          <p:nvPr>
            <p:ph idx="1"/>
          </p:nvPr>
        </p:nvSpPr>
        <p:spPr/>
        <p:txBody>
          <a:bodyPr/>
          <a:lstStyle/>
          <a:p>
            <a:r>
              <a:t>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a:t>
            </a:r>
          </a:p>
        </p:txBody>
      </p:sp>
    </p:spTree>
  </p:cSld>
  <p:clrMapOvr>
    <a:masterClrMapping/>
  </p:clrMapOvr>
</p:sld>
</file>

<file path=ppt/slides/slide3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396</a:t>
            </a:r>
          </a:p>
        </p:txBody>
      </p:sp>
      <p:sp>
        <p:nvSpPr>
          <p:cNvPr id="3" name="Content Placeholder 2"/>
          <p:cNvSpPr>
            <a:spLocks noGrp="1"/>
          </p:cNvSpPr>
          <p:nvPr>
            <p:ph idx="1"/>
          </p:nvPr>
        </p:nvSpPr>
        <p:spPr/>
        <p:txBody>
          <a:bodyPr/>
          <a:lstStyle/>
          <a:p>
            <a:r>
              <a:t>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a:t>
            </a:r>
          </a:p>
        </p:txBody>
      </p:sp>
    </p:spTree>
  </p:cSld>
  <p:clrMapOvr>
    <a:masterClrMapping/>
  </p:clrMapOvr>
</p:sld>
</file>

<file path=ppt/slides/slide3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397</a:t>
            </a:r>
          </a:p>
        </p:txBody>
      </p:sp>
      <p:sp>
        <p:nvSpPr>
          <p:cNvPr id="3" name="Content Placeholder 2"/>
          <p:cNvSpPr>
            <a:spLocks noGrp="1"/>
          </p:cNvSpPr>
          <p:nvPr>
            <p:ph idx="1"/>
          </p:nvPr>
        </p:nvSpPr>
        <p:spPr/>
        <p:txBody>
          <a:bodyPr/>
          <a:lstStyle/>
          <a:p>
            <a:r>
              <a:t>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a:t>
            </a:r>
          </a:p>
        </p:txBody>
      </p:sp>
    </p:spTree>
  </p:cSld>
  <p:clrMapOvr>
    <a:masterClrMapping/>
  </p:clrMapOvr>
</p:sld>
</file>

<file path=ppt/slides/slide3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398</a:t>
            </a:r>
          </a:p>
        </p:txBody>
      </p:sp>
      <p:sp>
        <p:nvSpPr>
          <p:cNvPr id="3" name="Content Placeholder 2"/>
          <p:cNvSpPr>
            <a:spLocks noGrp="1"/>
          </p:cNvSpPr>
          <p:nvPr>
            <p:ph idx="1"/>
          </p:nvPr>
        </p:nvSpPr>
        <p:spPr/>
        <p:txBody>
          <a:bodyPr/>
          <a:lstStyle/>
          <a:p>
            <a:r>
              <a:t>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a:t>
            </a:r>
          </a:p>
        </p:txBody>
      </p:sp>
    </p:spTree>
  </p:cSld>
  <p:clrMapOvr>
    <a:masterClrMapping/>
  </p:clrMapOvr>
</p:sld>
</file>

<file path=ppt/slides/slide3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399</a:t>
            </a:r>
          </a:p>
        </p:txBody>
      </p:sp>
      <p:sp>
        <p:nvSpPr>
          <p:cNvPr id="3" name="Content Placeholder 2"/>
          <p:cNvSpPr>
            <a:spLocks noGrp="1"/>
          </p:cNvSpPr>
          <p:nvPr>
            <p:ph idx="1"/>
          </p:nvPr>
        </p:nvSpPr>
        <p:spPr/>
        <p:txBody>
          <a:bodyPr/>
          <a:lstStyle/>
          <a:p>
            <a:r>
              <a:t>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a:t>
            </a:r>
          </a:p>
        </p:txBody>
      </p:sp>
    </p:spTree>
  </p:cSld>
  <p:clrMapOvr>
    <a:masterClrMapping/>
  </p:clrMapOvr>
</p:sld>
</file>

<file path=ppt/slides/slide4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400</a:t>
            </a:r>
          </a:p>
        </p:txBody>
      </p:sp>
      <p:sp>
        <p:nvSpPr>
          <p:cNvPr id="3" name="Content Placeholder 2"/>
          <p:cNvSpPr>
            <a:spLocks noGrp="1"/>
          </p:cNvSpPr>
          <p:nvPr>
            <p:ph idx="1"/>
          </p:nvPr>
        </p:nvSpPr>
        <p:spPr/>
        <p:txBody>
          <a:bodyPr/>
          <a:lstStyle/>
          <a:p>
            <a:r>
              <a:t>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a:t>
            </a:r>
          </a:p>
        </p:txBody>
      </p:sp>
    </p:spTree>
  </p:cSld>
  <p:clrMapOvr>
    <a:masterClrMapping/>
  </p:clrMapOvr>
</p:sld>
</file>

<file path=ppt/slides/slide4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401</a:t>
            </a:r>
          </a:p>
        </p:txBody>
      </p:sp>
      <p:sp>
        <p:nvSpPr>
          <p:cNvPr id="3" name="Content Placeholder 2"/>
          <p:cNvSpPr>
            <a:spLocks noGrp="1"/>
          </p:cNvSpPr>
          <p:nvPr>
            <p:ph idx="1"/>
          </p:nvPr>
        </p:nvSpPr>
        <p:spPr/>
        <p:txBody>
          <a:bodyPr/>
          <a:lstStyle/>
          <a:p>
            <a:r>
              <a:t>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a:t>
            </a:r>
          </a:p>
        </p:txBody>
      </p:sp>
    </p:spTree>
  </p:cSld>
  <p:clrMapOvr>
    <a:masterClrMapping/>
  </p:clrMapOvr>
</p:sld>
</file>

<file path=ppt/slides/slide4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402</a:t>
            </a:r>
          </a:p>
        </p:txBody>
      </p:sp>
      <p:sp>
        <p:nvSpPr>
          <p:cNvPr id="3" name="Content Placeholder 2"/>
          <p:cNvSpPr>
            <a:spLocks noGrp="1"/>
          </p:cNvSpPr>
          <p:nvPr>
            <p:ph idx="1"/>
          </p:nvPr>
        </p:nvSpPr>
        <p:spPr/>
        <p:txBody>
          <a:bodyPr/>
          <a:lstStyle/>
          <a:p>
            <a:r>
              <a:t>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a:t>
            </a:r>
          </a:p>
        </p:txBody>
      </p:sp>
    </p:spTree>
  </p:cSld>
  <p:clrMapOvr>
    <a:masterClrMapping/>
  </p:clrMapOvr>
</p:sld>
</file>

<file path=ppt/slides/slide4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403</a:t>
            </a:r>
          </a:p>
        </p:txBody>
      </p:sp>
      <p:sp>
        <p:nvSpPr>
          <p:cNvPr id="3" name="Content Placeholder 2"/>
          <p:cNvSpPr>
            <a:spLocks noGrp="1"/>
          </p:cNvSpPr>
          <p:nvPr>
            <p:ph idx="1"/>
          </p:nvPr>
        </p:nvSpPr>
        <p:spPr/>
        <p:txBody>
          <a:bodyPr/>
          <a:lstStyle/>
          <a:p>
            <a:r>
              <a:t>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a:t>
            </a:r>
          </a:p>
        </p:txBody>
      </p:sp>
    </p:spTree>
  </p:cSld>
  <p:clrMapOvr>
    <a:masterClrMapping/>
  </p:clrMapOvr>
</p:sld>
</file>

<file path=ppt/slides/slide4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404</a:t>
            </a:r>
          </a:p>
        </p:txBody>
      </p:sp>
      <p:sp>
        <p:nvSpPr>
          <p:cNvPr id="3" name="Content Placeholder 2"/>
          <p:cNvSpPr>
            <a:spLocks noGrp="1"/>
          </p:cNvSpPr>
          <p:nvPr>
            <p:ph idx="1"/>
          </p:nvPr>
        </p:nvSpPr>
        <p:spPr/>
        <p:txBody>
          <a:bodyPr/>
          <a:lstStyle/>
          <a:p>
            <a:r>
              <a:t>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a:t>
            </a:r>
          </a:p>
        </p:txBody>
      </p:sp>
    </p:spTree>
  </p:cSld>
  <p:clrMapOvr>
    <a:masterClrMapping/>
  </p:clrMapOvr>
</p:sld>
</file>

<file path=ppt/slides/slide4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405</a:t>
            </a:r>
          </a:p>
        </p:txBody>
      </p:sp>
      <p:sp>
        <p:nvSpPr>
          <p:cNvPr id="3" name="Content Placeholder 2"/>
          <p:cNvSpPr>
            <a:spLocks noGrp="1"/>
          </p:cNvSpPr>
          <p:nvPr>
            <p:ph idx="1"/>
          </p:nvPr>
        </p:nvSpPr>
        <p:spPr/>
        <p:txBody>
          <a:bodyPr/>
          <a:lstStyle/>
          <a:p>
            <a:r>
              <a:t>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a:t>
            </a:r>
          </a:p>
        </p:txBody>
      </p:sp>
    </p:spTree>
  </p:cSld>
  <p:clrMapOvr>
    <a:masterClrMapping/>
  </p:clrMapOvr>
</p:sld>
</file>

<file path=ppt/slides/slide4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406</a:t>
            </a:r>
          </a:p>
        </p:txBody>
      </p:sp>
      <p:sp>
        <p:nvSpPr>
          <p:cNvPr id="3" name="Content Placeholder 2"/>
          <p:cNvSpPr>
            <a:spLocks noGrp="1"/>
          </p:cNvSpPr>
          <p:nvPr>
            <p:ph idx="1"/>
          </p:nvPr>
        </p:nvSpPr>
        <p:spPr/>
        <p:txBody>
          <a:bodyPr/>
          <a:lstStyle/>
          <a:p>
            <a:r>
              <a:t>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a:t>
            </a:r>
          </a:p>
        </p:txBody>
      </p:sp>
    </p:spTree>
  </p:cSld>
  <p:clrMapOvr>
    <a:masterClrMapping/>
  </p:clrMapOvr>
</p:sld>
</file>

<file path=ppt/slides/slide4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407</a:t>
            </a:r>
          </a:p>
        </p:txBody>
      </p:sp>
      <p:sp>
        <p:nvSpPr>
          <p:cNvPr id="3" name="Content Placeholder 2"/>
          <p:cNvSpPr>
            <a:spLocks noGrp="1"/>
          </p:cNvSpPr>
          <p:nvPr>
            <p:ph idx="1"/>
          </p:nvPr>
        </p:nvSpPr>
        <p:spPr/>
        <p:txBody>
          <a:bodyPr/>
          <a:lstStyle/>
          <a:p>
            <a:r>
              <a:t>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a:t>
            </a:r>
          </a:p>
        </p:txBody>
      </p:sp>
    </p:spTree>
  </p:cSld>
  <p:clrMapOvr>
    <a:masterClrMapping/>
  </p:clrMapOvr>
</p:sld>
</file>

<file path=ppt/slides/slide4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408</a:t>
            </a:r>
          </a:p>
        </p:txBody>
      </p:sp>
      <p:sp>
        <p:nvSpPr>
          <p:cNvPr id="3" name="Content Placeholder 2"/>
          <p:cNvSpPr>
            <a:spLocks noGrp="1"/>
          </p:cNvSpPr>
          <p:nvPr>
            <p:ph idx="1"/>
          </p:nvPr>
        </p:nvSpPr>
        <p:spPr/>
        <p:txBody>
          <a:bodyPr/>
          <a:lstStyle/>
          <a:p>
            <a:r>
              <a:t>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a:t>
            </a:r>
          </a:p>
        </p:txBody>
      </p:sp>
    </p:spTree>
  </p:cSld>
  <p:clrMapOvr>
    <a:masterClrMapping/>
  </p:clrMapOvr>
</p:sld>
</file>

<file path=ppt/slides/slide4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409</a:t>
            </a:r>
          </a:p>
        </p:txBody>
      </p:sp>
      <p:sp>
        <p:nvSpPr>
          <p:cNvPr id="3" name="Content Placeholder 2"/>
          <p:cNvSpPr>
            <a:spLocks noGrp="1"/>
          </p:cNvSpPr>
          <p:nvPr>
            <p:ph idx="1"/>
          </p:nvPr>
        </p:nvSpPr>
        <p:spPr/>
        <p:txBody>
          <a:bodyPr/>
          <a:lstStyle/>
          <a:p>
            <a:r>
              <a:t>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a:t>
            </a:r>
          </a:p>
        </p:txBody>
      </p:sp>
    </p:spTree>
  </p:cSld>
  <p:clrMapOvr>
    <a:masterClrMapping/>
  </p:clrMapOvr>
</p:sld>
</file>

<file path=ppt/slides/slide4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410</a:t>
            </a:r>
          </a:p>
        </p:txBody>
      </p:sp>
      <p:sp>
        <p:nvSpPr>
          <p:cNvPr id="3" name="Content Placeholder 2"/>
          <p:cNvSpPr>
            <a:spLocks noGrp="1"/>
          </p:cNvSpPr>
          <p:nvPr>
            <p:ph idx="1"/>
          </p:nvPr>
        </p:nvSpPr>
        <p:spPr/>
        <p:txBody>
          <a:bodyPr/>
          <a:lstStyle/>
          <a:p>
            <a:r>
              <a:t>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a:t>
            </a:r>
          </a:p>
        </p:txBody>
      </p:sp>
    </p:spTree>
  </p:cSld>
  <p:clrMapOvr>
    <a:masterClrMapping/>
  </p:clrMapOvr>
</p:sld>
</file>

<file path=ppt/slides/slide4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411</a:t>
            </a:r>
          </a:p>
        </p:txBody>
      </p:sp>
      <p:sp>
        <p:nvSpPr>
          <p:cNvPr id="3" name="Content Placeholder 2"/>
          <p:cNvSpPr>
            <a:spLocks noGrp="1"/>
          </p:cNvSpPr>
          <p:nvPr>
            <p:ph idx="1"/>
          </p:nvPr>
        </p:nvSpPr>
        <p:spPr/>
        <p:txBody>
          <a:bodyPr/>
          <a:lstStyle/>
          <a:p>
            <a:r>
              <a:t>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a:t>
            </a:r>
          </a:p>
        </p:txBody>
      </p:sp>
    </p:spTree>
  </p:cSld>
  <p:clrMapOvr>
    <a:masterClrMapping/>
  </p:clrMapOvr>
</p:sld>
</file>

<file path=ppt/slides/slide4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412</a:t>
            </a:r>
          </a:p>
        </p:txBody>
      </p:sp>
      <p:sp>
        <p:nvSpPr>
          <p:cNvPr id="3" name="Content Placeholder 2"/>
          <p:cNvSpPr>
            <a:spLocks noGrp="1"/>
          </p:cNvSpPr>
          <p:nvPr>
            <p:ph idx="1"/>
          </p:nvPr>
        </p:nvSpPr>
        <p:spPr/>
        <p:txBody>
          <a:bodyPr/>
          <a:lstStyle/>
          <a:p>
            <a:r>
              <a:t>.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a:t>
            </a:r>
          </a:p>
        </p:txBody>
      </p:sp>
    </p:spTree>
  </p:cSld>
  <p:clrMapOvr>
    <a:masterClrMapping/>
  </p:clrMapOvr>
</p:sld>
</file>

<file path=ppt/slides/slide4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413</a:t>
            </a:r>
          </a:p>
        </p:txBody>
      </p:sp>
      <p:sp>
        <p:nvSpPr>
          <p:cNvPr id="3" name="Content Placeholder 2"/>
          <p:cNvSpPr>
            <a:spLocks noGrp="1"/>
          </p:cNvSpPr>
          <p:nvPr>
            <p:ph idx="1"/>
          </p:nvPr>
        </p:nvSpPr>
        <p:spPr/>
        <p:txBody>
          <a:bodyPr/>
          <a:lstStyle/>
          <a:p>
            <a:r>
              <a:t>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a:t>
            </a:r>
          </a:p>
        </p:txBody>
      </p:sp>
    </p:spTree>
  </p:cSld>
  <p:clrMapOvr>
    <a:masterClrMapping/>
  </p:clrMapOvr>
</p:sld>
</file>

<file path=ppt/slides/slide4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414</a:t>
            </a:r>
          </a:p>
        </p:txBody>
      </p:sp>
      <p:sp>
        <p:nvSpPr>
          <p:cNvPr id="3" name="Content Placeholder 2"/>
          <p:cNvSpPr>
            <a:spLocks noGrp="1"/>
          </p:cNvSpPr>
          <p:nvPr>
            <p:ph idx="1"/>
          </p:nvPr>
        </p:nvSpPr>
        <p:spPr/>
        <p:txBody>
          <a:bodyPr/>
          <a:lstStyle/>
          <a:p>
            <a:r>
              <a:t>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a:t>
            </a:r>
          </a:p>
        </p:txBody>
      </p:sp>
    </p:spTree>
  </p:cSld>
  <p:clrMapOvr>
    <a:masterClrMapping/>
  </p:clrMapOvr>
</p:sld>
</file>

<file path=ppt/slides/slide4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415</a:t>
            </a:r>
          </a:p>
        </p:txBody>
      </p:sp>
      <p:sp>
        <p:nvSpPr>
          <p:cNvPr id="3" name="Content Placeholder 2"/>
          <p:cNvSpPr>
            <a:spLocks noGrp="1"/>
          </p:cNvSpPr>
          <p:nvPr>
            <p:ph idx="1"/>
          </p:nvPr>
        </p:nvSpPr>
        <p:spPr/>
        <p:txBody>
          <a:bodyPr/>
          <a:lstStyle/>
          <a:p>
            <a:r>
              <a:t>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a:t>
            </a:r>
          </a:p>
        </p:txBody>
      </p:sp>
    </p:spTree>
  </p:cSld>
  <p:clrMapOvr>
    <a:masterClrMapping/>
  </p:clrMapOvr>
</p:sld>
</file>

<file path=ppt/slides/slide4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416</a:t>
            </a:r>
          </a:p>
        </p:txBody>
      </p:sp>
      <p:sp>
        <p:nvSpPr>
          <p:cNvPr id="3" name="Content Placeholder 2"/>
          <p:cNvSpPr>
            <a:spLocks noGrp="1"/>
          </p:cNvSpPr>
          <p:nvPr>
            <p:ph idx="1"/>
          </p:nvPr>
        </p:nvSpPr>
        <p:spPr/>
        <p:txBody>
          <a:bodyPr/>
          <a:lstStyle/>
          <a:p>
            <a:r>
              <a:t>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a:t>
            </a:r>
          </a:p>
        </p:txBody>
      </p:sp>
    </p:spTree>
  </p:cSld>
  <p:clrMapOvr>
    <a:masterClrMapping/>
  </p:clrMapOvr>
</p:sld>
</file>

<file path=ppt/slides/slide4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417</a:t>
            </a:r>
          </a:p>
        </p:txBody>
      </p:sp>
      <p:sp>
        <p:nvSpPr>
          <p:cNvPr id="3" name="Content Placeholder 2"/>
          <p:cNvSpPr>
            <a:spLocks noGrp="1"/>
          </p:cNvSpPr>
          <p:nvPr>
            <p:ph idx="1"/>
          </p:nvPr>
        </p:nvSpPr>
        <p:spPr/>
        <p:txBody>
          <a:bodyPr/>
          <a:lstStyle/>
          <a:p>
            <a:r>
              <a:t>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a:t>
            </a:r>
          </a:p>
        </p:txBody>
      </p:sp>
    </p:spTree>
  </p:cSld>
  <p:clrMapOvr>
    <a:masterClrMapping/>
  </p:clrMapOvr>
</p:sld>
</file>

<file path=ppt/slides/slide4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418</a:t>
            </a:r>
          </a:p>
        </p:txBody>
      </p:sp>
      <p:sp>
        <p:nvSpPr>
          <p:cNvPr id="3" name="Content Placeholder 2"/>
          <p:cNvSpPr>
            <a:spLocks noGrp="1"/>
          </p:cNvSpPr>
          <p:nvPr>
            <p:ph idx="1"/>
          </p:nvPr>
        </p:nvSpPr>
        <p:spPr/>
        <p:txBody>
          <a:bodyPr/>
          <a:lstStyle/>
          <a:p>
            <a:r>
              <a:t>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a:t>
            </a:r>
          </a:p>
        </p:txBody>
      </p:sp>
    </p:spTree>
  </p:cSld>
  <p:clrMapOvr>
    <a:masterClrMapping/>
  </p:clrMapOvr>
</p:sld>
</file>

<file path=ppt/slides/slide4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419</a:t>
            </a:r>
          </a:p>
        </p:txBody>
      </p:sp>
      <p:sp>
        <p:nvSpPr>
          <p:cNvPr id="3" name="Content Placeholder 2"/>
          <p:cNvSpPr>
            <a:spLocks noGrp="1"/>
          </p:cNvSpPr>
          <p:nvPr>
            <p:ph idx="1"/>
          </p:nvPr>
        </p:nvSpPr>
        <p:spPr/>
        <p:txBody>
          <a:bodyPr/>
          <a:lstStyle/>
          <a:p>
            <a:r>
              <a:t>.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a:t>
            </a:r>
          </a:p>
          <a:p>
            <a:r>
              <a:t>[개인정보]</a:t>
            </a:r>
          </a:p>
          <a:p>
            <a:r>
              <a:t>주민등록번호: 900123-1234567</a:t>
            </a:r>
          </a:p>
          <a:p>
            <a:r>
              <a:t>신용카드: 4532-1234-5678-9012</a:t>
            </a:r>
          </a:p>
          <a:p>
            <a:r>
              <a:t>전화번호: 010-9876-5432</a:t>
            </a:r>
          </a:p>
          <a:p>
            <a:r>
              <a:t>이메일: hong.gildong@company.com</a:t>
            </a:r>
          </a:p>
          <a:p>
            <a:r>
              <a:t>계좌번호: 110-123-456789</a:t>
            </a:r>
          </a:p>
          <a:p>
            <a:r>
              <a:t>사업자등록번호: 123-45-67890</a:t>
            </a:r>
          </a:p>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