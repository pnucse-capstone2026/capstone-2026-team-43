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연간 인사 현황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인사팀 | 대외비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대상자 현황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성명: 홍길동1</a:t>
            </a:r>
          </a:p>
          <a:p>
            <a:r>
              <a:t>• 주민등록번호: 851205-2345678</a:t>
            </a:r>
          </a:p>
          <a:p>
            <a:r>
              <a:t>• 연락처: 010-1234-5678</a:t>
            </a:r>
          </a:p>
          <a:p>
            <a:r>
              <a:t>• 카드번호: 4532-1234-5678-9012</a:t>
            </a:r>
          </a:p>
          <a:p/>
          <a:p>
            <a:r>
              <a:t>안녕하세요. 본 문서는 내부 보안 정책에 따라 작성된 문서입니다.</a:t>
            </a:r>
          </a:p>
          <a:p>
            <a:r>
              <a:t>개인정보 처리방침에 의거하여 수집된 정보를 관리합니다.</a:t>
            </a:r>
          </a:p>
          <a:p>
            <a:r>
              <a:t>해당 데이터는 인사팀에서 관리하며 외부 유출이 금지됩니다.</a:t>
            </a:r>
          </a:p>
          <a:p>
            <a:r>
              <a:t>분기별 실적 보고서를 첨부하오니 검토 부탁드립니다.</a:t>
            </a:r>
          </a:p>
          <a:p>
            <a:r>
              <a:t>당사 직원의 개인정보는 철저히 보호됩니다.</a:t>
            </a:r>
          </a:p>
          <a:p/>
          <a:p>
            <a:r>
              <a:t>본 계약서는 양 당사자 간의 합의에 의해 작성되었습니다.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대상자 현황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성명: 홍길동2</a:t>
            </a:r>
          </a:p>
          <a:p>
            <a:r>
              <a:t>• 주민등록번호: 851205-2345678</a:t>
            </a:r>
          </a:p>
          <a:p>
            <a:r>
              <a:t>• 연락처: 010-5555-4321</a:t>
            </a:r>
          </a:p>
          <a:p>
            <a:r>
              <a:t>• 카드번호: 4532-1234-5678-9012</a:t>
            </a:r>
          </a:p>
          <a:p/>
          <a:p>
            <a:r>
              <a:t>안녕하세요. 본 문서는 내부 보안 정책에 따라 작성된 문서입니다.</a:t>
            </a:r>
          </a:p>
          <a:p>
            <a:r>
              <a:t>개인정보 처리방침에 의거하여 수집된 정보를 관리합니다.</a:t>
            </a:r>
          </a:p>
          <a:p>
            <a:r>
              <a:t>해당 데이터는 인사팀에서 관리하며 외부 유출이 금지됩니다.</a:t>
            </a:r>
          </a:p>
          <a:p>
            <a:r>
              <a:t>분기별 실적 보고서를 첨부하오니 검토 부탁드립니다.</a:t>
            </a:r>
          </a:p>
          <a:p>
            <a:r>
              <a:t>당사 직원의 개인정보는 철저히 보호됩니다.</a:t>
            </a:r>
          </a:p>
          <a:p/>
          <a:p>
            <a:r>
              <a:t>본 계약서는 양 당사자 간의 합의에 의해 작성되었습니다.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대상자 현황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성명: 홍길동3</a:t>
            </a:r>
          </a:p>
          <a:p>
            <a:r>
              <a:t>• 주민등록번호: 720410-1098765</a:t>
            </a:r>
          </a:p>
          <a:p>
            <a:r>
              <a:t>• 연락처: 010-5555-4321</a:t>
            </a:r>
          </a:p>
          <a:p>
            <a:r>
              <a:t>• 카드번호: 4532-1234-5678-9012</a:t>
            </a:r>
          </a:p>
          <a:p/>
          <a:p>
            <a:r>
              <a:t>안녕하세요. 본 문서는 내부 보안 정책에 따라 작성된 문서입니다.</a:t>
            </a:r>
          </a:p>
          <a:p>
            <a:r>
              <a:t>개인정보 처리방침에 의거하여 수집된 정보를 관리합니다.</a:t>
            </a:r>
          </a:p>
          <a:p>
            <a:r>
              <a:t>해당 데이터는 인사팀에서 관리하며 외부 유출이 금지됩니다.</a:t>
            </a:r>
          </a:p>
          <a:p>
            <a:r>
              <a:t>분기별 실적 보고서를 첨부하오니 검토 부탁드립니다.</a:t>
            </a:r>
          </a:p>
          <a:p>
            <a:r>
              <a:t>당사 직원의 개인정보는 철저히 보호됩니다.</a:t>
            </a:r>
          </a:p>
          <a:p/>
          <a:p>
            <a:r>
              <a:t>본 계약서는 양 당사자 간의 합의에 의해 작성되었습니다.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대상자 현황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성명: 홍길동4</a:t>
            </a:r>
          </a:p>
          <a:p>
            <a:r>
              <a:t>• 주민등록번호: 900123-1234567</a:t>
            </a:r>
          </a:p>
          <a:p>
            <a:r>
              <a:t>• 연락처: 010-1234-5678</a:t>
            </a:r>
          </a:p>
          <a:p>
            <a:r>
              <a:t>• 카드번호: 4532-1234-5678-9012</a:t>
            </a:r>
          </a:p>
          <a:p/>
          <a:p>
            <a:r>
              <a:t>안녕하세요. 본 문서는 내부 보안 정책에 따라 작성된 문서입니다.</a:t>
            </a:r>
          </a:p>
          <a:p>
            <a:r>
              <a:t>개인정보 처리방침에 의거하여 수집된 정보를 관리합니다.</a:t>
            </a:r>
          </a:p>
          <a:p>
            <a:r>
              <a:t>해당 데이터는 인사팀에서 관리하며 외부 유출이 금지됩니다.</a:t>
            </a:r>
          </a:p>
          <a:p>
            <a:r>
              <a:t>분기별 실적 보고서를 첨부하오니 검토 부탁드립니다.</a:t>
            </a:r>
          </a:p>
          <a:p>
            <a:r>
              <a:t>당사 직원의 개인정보는 철저히 보호됩니다.</a:t>
            </a:r>
          </a:p>
          <a:p/>
          <a:p>
            <a:r>
              <a:t>본 계약서는 양 당사자 간의 합의에 의해 작성되었습니다.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대상자 현황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성명: 홍길동5</a:t>
            </a:r>
          </a:p>
          <a:p>
            <a:r>
              <a:t>• 주민등록번호: 851205-2345678</a:t>
            </a:r>
          </a:p>
          <a:p>
            <a:r>
              <a:t>• 연락처: 010-5555-4321</a:t>
            </a:r>
          </a:p>
          <a:p>
            <a:r>
              <a:t>• 카드번호: 3714-496353-98431</a:t>
            </a:r>
          </a:p>
          <a:p/>
          <a:p>
            <a:r>
              <a:t>안녕하세요. 본 문서는 내부 보안 정책에 따라 작성된 문서입니다.</a:t>
            </a:r>
          </a:p>
          <a:p>
            <a:r>
              <a:t>개인정보 처리방침에 의거하여 수집된 정보를 관리합니다.</a:t>
            </a:r>
          </a:p>
          <a:p>
            <a:r>
              <a:t>해당 데이터는 인사팀에서 관리하며 외부 유출이 금지됩니다.</a:t>
            </a:r>
          </a:p>
          <a:p>
            <a:r>
              <a:t>분기별 실적 보고서를 첨부하오니 검토 부탁드립니다.</a:t>
            </a:r>
          </a:p>
          <a:p>
            <a:r>
              <a:t>당사 직원의 개인정보는 철저히 보호됩니다.</a:t>
            </a:r>
          </a:p>
          <a:p/>
          <a:p>
            <a:r>
              <a:t>본 계약서는 양 당사자 간의 합의에 의해 작성되었습니다.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